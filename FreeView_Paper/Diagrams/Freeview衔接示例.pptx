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9BFF"/>
    <a:srgbClr val="D9BFFF"/>
    <a:srgbClr val="B0E8FF"/>
    <a:srgbClr val="72D7FF"/>
    <a:srgbClr val="EC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2C73C2-EEBB-7F6D-72AA-6220B0F15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062D8E-6ABD-4ED2-68F7-7FB065725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0F0057-526B-C8AE-F39C-7B7DF8D12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D0686-9E0E-A920-39AD-3A6DCFBC3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BDC01D-DE2D-1FFC-6F1B-89ACAB85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87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D149F-DA34-3495-4446-5EAA688AE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9C3744-53E1-C3F7-5039-721AC9F4E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CAB9C5-EA0E-E354-8B3D-BE3C5F9B8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A2502D-BB55-EB57-0383-F3E459633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10C010-9FC7-8F03-CFDA-A5217D47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78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E63E5-F1A4-2B03-A0D1-13465A4DD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D2BF70-6503-FD53-74AE-E8687BED3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B8ED5F-1973-5DC2-6827-F103EC06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EBD3A-FCBB-16CE-2A09-6CDEC91C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D42815-B792-065D-C745-1F89ED3C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463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AC59B-486D-5ACD-A597-00D10FF6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42E6D4-E3EA-EA72-1AB8-20FB807D4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840A53-F365-73B3-1E4A-0F330652A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1B1964-C121-350B-FF1A-40E0E17F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68ED1E-C928-0FD4-D29E-D9F4743E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15E004-5077-642C-5567-732528E5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51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4AC6F-CCE7-6E16-0526-397EEE08A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98EC4F-F900-A815-52B1-D4DF24F9A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375F34-57D0-90E4-76AD-978167D63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3ABB1A-9C96-9C5C-25C7-CEEB012E6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E82216-0CB2-8900-929F-10A968E81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F919D9-3E39-8D46-EF8E-995AD74F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BBA53F-66CB-8D0C-F38D-E95F870D4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5E6D7F7-B0A0-E638-E139-13E29215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07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2CD8C-782A-8874-B6EF-8AE2534C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5C88F0-7AF6-D9B8-12C3-33F4563B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CF013B-38ED-4222-5F62-4C75811BD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273F0E-074F-D564-CE4A-E561D1BF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90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8177D4-BC76-4119-521B-D7B8552A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AE069E-3FFB-DF6A-3119-98FD8692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35EDCB-91DD-1C0F-BD5A-17F72B26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760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F642D-0376-D35C-0A31-628B6D0A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37490E-4212-90E9-E474-3B508322B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857B87-C7F5-A53E-A267-0DCF0F87E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A21B69-468C-0722-4CEA-24B89459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0F0372-C59E-9361-5EAA-F4D122D1A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99B66B-4E52-986D-4062-6CD77FF9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58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AEE8B-A606-7811-5EAA-7B7EBDD2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D947E5-AAEB-5BD6-6C3E-B9F109E0E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95BEDB-8DCF-43EE-920B-ABC9BED7F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203DFA-6F89-FC29-B348-7B207A0D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9D9D9A-01E6-66F9-5A2B-16A1AAB5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79BD5B-E416-2E5B-CA0F-6185F987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772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8741E-FFA2-BA94-0948-090B3C16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78A719-FD04-BC16-8D5A-8D916D6FD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A0C0A2-8CBD-521A-96B4-0F3F3781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541AF8-8997-ECA4-BF1C-05C6C5C83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548E9D-566F-A69A-5887-10467A71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587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147786-AFDB-684D-E60A-54FD5DB8F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94FC03-BCAF-4C8B-AA6B-8CCBB2695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5B549-B1D7-7335-9C83-F43133C92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9ACE52-F4DA-EC10-6D09-B07F5547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7672D3-7F9D-3150-75E4-2107AFB2F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15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91BC79-C0B7-7614-3B78-60042CC0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B789F8-5853-0101-E983-BD00A76C6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0781B-6094-24D1-50F2-89DF1DD88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F465ED-69D4-46BF-9CE2-3038490563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118CB4-B0D7-46B1-7F82-22822A6C9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4F2106-ED37-B62E-469F-7DC7418F4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745FD-2252-4C3D-B02A-056342FB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15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表&#10;&#10;AI 生成的内容可能不正确。">
            <a:extLst>
              <a:ext uri="{FF2B5EF4-FFF2-40B4-BE49-F238E27FC236}">
                <a16:creationId xmlns:a16="http://schemas.microsoft.com/office/drawing/2014/main" id="{700BF28F-A3DF-A4C9-A5C4-228115566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2946" y="1162340"/>
            <a:ext cx="6172984" cy="4627974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706A92EA-5429-C4D0-40D5-43D428FB17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703" y="4201193"/>
            <a:ext cx="3401885" cy="2550442"/>
          </a:xfrm>
          <a:prstGeom prst="rect">
            <a:avLst/>
          </a:prstGeom>
        </p:spPr>
      </p:pic>
      <p:pic>
        <p:nvPicPr>
          <p:cNvPr id="7" name="图片 6" descr="手机屏幕截图&#10;&#10;AI 生成的内容可能不正确。">
            <a:extLst>
              <a:ext uri="{FF2B5EF4-FFF2-40B4-BE49-F238E27FC236}">
                <a16:creationId xmlns:a16="http://schemas.microsoft.com/office/drawing/2014/main" id="{4D8E80B0-EEA4-A208-F907-FD0123DE471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702" y="310558"/>
            <a:ext cx="3401886" cy="2550442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7CA34609-AD3C-94F7-BA50-06E88DB2D2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818" y="423227"/>
            <a:ext cx="4291483" cy="3217386"/>
          </a:xfrm>
          <a:prstGeom prst="rect">
            <a:avLst/>
          </a:prstGeom>
        </p:spPr>
      </p:pic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2AD27178-F06E-4BF3-B504-7F198B4999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818" y="3640613"/>
            <a:ext cx="4291484" cy="3217387"/>
          </a:xfrm>
          <a:prstGeom prst="rect">
            <a:avLst/>
          </a:prstGeom>
        </p:spPr>
      </p:pic>
      <p:sp>
        <p:nvSpPr>
          <p:cNvPr id="14" name="箭头: 右 47">
            <a:extLst>
              <a:ext uri="{FF2B5EF4-FFF2-40B4-BE49-F238E27FC236}">
                <a16:creationId xmlns:a16="http://schemas.microsoft.com/office/drawing/2014/main" id="{2585A889-01B5-7D1A-CED9-8A9185086F1B}"/>
              </a:ext>
            </a:extLst>
          </p:cNvPr>
          <p:cNvSpPr/>
          <p:nvPr/>
        </p:nvSpPr>
        <p:spPr>
          <a:xfrm rot="10800000" flipH="1" flipV="1">
            <a:off x="5029199" y="4124625"/>
            <a:ext cx="856619" cy="345068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539" h="273736">
                <a:moveTo>
                  <a:pt x="0" y="268360"/>
                </a:moveTo>
                <a:cubicBezTo>
                  <a:pt x="213593" y="91164"/>
                  <a:pt x="417661" y="112087"/>
                  <a:pt x="526479" y="89196"/>
                </a:cubicBezTo>
                <a:lnTo>
                  <a:pt x="490284" y="0"/>
                </a:lnTo>
                <a:lnTo>
                  <a:pt x="679539" y="122581"/>
                </a:lnTo>
                <a:lnTo>
                  <a:pt x="503619" y="273736"/>
                </a:lnTo>
                <a:lnTo>
                  <a:pt x="534099" y="169300"/>
                </a:lnTo>
                <a:cubicBezTo>
                  <a:pt x="482431" y="159775"/>
                  <a:pt x="316463" y="146440"/>
                  <a:pt x="0" y="268360"/>
                </a:cubicBezTo>
                <a:close/>
              </a:path>
            </a:pathLst>
          </a:custGeom>
          <a:solidFill>
            <a:srgbClr val="FD9B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47">
            <a:extLst>
              <a:ext uri="{FF2B5EF4-FFF2-40B4-BE49-F238E27FC236}">
                <a16:creationId xmlns:a16="http://schemas.microsoft.com/office/drawing/2014/main" id="{FE07EBA3-81BE-1E6A-EDC6-9D1867581A7E}"/>
              </a:ext>
            </a:extLst>
          </p:cNvPr>
          <p:cNvSpPr/>
          <p:nvPr/>
        </p:nvSpPr>
        <p:spPr>
          <a:xfrm rot="12517861" flipH="1" flipV="1">
            <a:off x="5301680" y="374977"/>
            <a:ext cx="926866" cy="501296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5092" h="450483">
                <a:moveTo>
                  <a:pt x="0" y="450483"/>
                </a:moveTo>
                <a:cubicBezTo>
                  <a:pt x="356132" y="48182"/>
                  <a:pt x="643214" y="112087"/>
                  <a:pt x="752032" y="89196"/>
                </a:cubicBezTo>
                <a:lnTo>
                  <a:pt x="715837" y="0"/>
                </a:lnTo>
                <a:lnTo>
                  <a:pt x="905092" y="122581"/>
                </a:lnTo>
                <a:lnTo>
                  <a:pt x="729172" y="273736"/>
                </a:lnTo>
                <a:lnTo>
                  <a:pt x="759652" y="169300"/>
                </a:lnTo>
                <a:cubicBezTo>
                  <a:pt x="707984" y="159775"/>
                  <a:pt x="466664" y="126072"/>
                  <a:pt x="0" y="450483"/>
                </a:cubicBezTo>
                <a:close/>
              </a:path>
            </a:pathLst>
          </a:custGeom>
          <a:solidFill>
            <a:srgbClr val="ECC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77D1E47-A24F-0F16-725B-33A3027E2321}"/>
              </a:ext>
            </a:extLst>
          </p:cNvPr>
          <p:cNvSpPr txBox="1"/>
          <p:nvPr/>
        </p:nvSpPr>
        <p:spPr>
          <a:xfrm>
            <a:off x="4422569" y="1067686"/>
            <a:ext cx="716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Axis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6BE749-8222-11E0-8205-B8C92BB560DD}"/>
              </a:ext>
            </a:extLst>
          </p:cNvPr>
          <p:cNvSpPr txBox="1"/>
          <p:nvPr/>
        </p:nvSpPr>
        <p:spPr>
          <a:xfrm>
            <a:off x="4463513" y="1715883"/>
            <a:ext cx="716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Gap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1C8D44-76C8-B361-7F95-0CF082C2FED3}"/>
              </a:ext>
            </a:extLst>
          </p:cNvPr>
          <p:cNvSpPr txBox="1"/>
          <p:nvPr/>
        </p:nvSpPr>
        <p:spPr>
          <a:xfrm>
            <a:off x="4323401" y="4953706"/>
            <a:ext cx="914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Cardinal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4F5795F-50E2-F3B0-C898-686704EC5882}"/>
              </a:ext>
            </a:extLst>
          </p:cNvPr>
          <p:cNvSpPr txBox="1"/>
          <p:nvPr/>
        </p:nvSpPr>
        <p:spPr>
          <a:xfrm>
            <a:off x="4323401" y="5601903"/>
            <a:ext cx="996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Oblique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箭头: 右 47">
            <a:extLst>
              <a:ext uri="{FF2B5EF4-FFF2-40B4-BE49-F238E27FC236}">
                <a16:creationId xmlns:a16="http://schemas.microsoft.com/office/drawing/2014/main" id="{7E2EC43F-7D0B-3E7D-1044-8BEEA4840710}"/>
              </a:ext>
            </a:extLst>
          </p:cNvPr>
          <p:cNvSpPr/>
          <p:nvPr/>
        </p:nvSpPr>
        <p:spPr>
          <a:xfrm rot="8123057" flipH="1">
            <a:off x="4099868" y="2603639"/>
            <a:ext cx="856619" cy="345068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539" h="273736">
                <a:moveTo>
                  <a:pt x="0" y="268360"/>
                </a:moveTo>
                <a:cubicBezTo>
                  <a:pt x="213593" y="91164"/>
                  <a:pt x="417661" y="112087"/>
                  <a:pt x="526479" y="89196"/>
                </a:cubicBezTo>
                <a:lnTo>
                  <a:pt x="490284" y="0"/>
                </a:lnTo>
                <a:lnTo>
                  <a:pt x="679539" y="122581"/>
                </a:lnTo>
                <a:lnTo>
                  <a:pt x="503619" y="273736"/>
                </a:lnTo>
                <a:lnTo>
                  <a:pt x="534099" y="169300"/>
                </a:lnTo>
                <a:cubicBezTo>
                  <a:pt x="482431" y="159775"/>
                  <a:pt x="316463" y="146440"/>
                  <a:pt x="0" y="268360"/>
                </a:cubicBezTo>
                <a:close/>
              </a:path>
            </a:pathLst>
          </a:custGeom>
          <a:solidFill>
            <a:srgbClr val="B0E8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47">
            <a:extLst>
              <a:ext uri="{FF2B5EF4-FFF2-40B4-BE49-F238E27FC236}">
                <a16:creationId xmlns:a16="http://schemas.microsoft.com/office/drawing/2014/main" id="{8DED7509-AA43-0F84-DF18-C3C8DCEAD5E7}"/>
              </a:ext>
            </a:extLst>
          </p:cNvPr>
          <p:cNvSpPr/>
          <p:nvPr/>
        </p:nvSpPr>
        <p:spPr>
          <a:xfrm rot="12101344" flipH="1" flipV="1">
            <a:off x="3284041" y="1021856"/>
            <a:ext cx="532203" cy="1133121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150813 w 260351"/>
              <a:gd name="connsiteY0" fmla="*/ 898884 h 898884"/>
              <a:gd name="connsiteX1" fmla="*/ 36195 w 260351"/>
              <a:gd name="connsiteY1" fmla="*/ 89196 h 898884"/>
              <a:gd name="connsiteX2" fmla="*/ 0 w 260351"/>
              <a:gd name="connsiteY2" fmla="*/ 0 h 898884"/>
              <a:gd name="connsiteX3" fmla="*/ 189255 w 260351"/>
              <a:gd name="connsiteY3" fmla="*/ 122581 h 898884"/>
              <a:gd name="connsiteX4" fmla="*/ 13335 w 260351"/>
              <a:gd name="connsiteY4" fmla="*/ 273736 h 898884"/>
              <a:gd name="connsiteX5" fmla="*/ 43815 w 260351"/>
              <a:gd name="connsiteY5" fmla="*/ 169300 h 898884"/>
              <a:gd name="connsiteX6" fmla="*/ 150813 w 260351"/>
              <a:gd name="connsiteY6" fmla="*/ 898884 h 898884"/>
              <a:gd name="connsiteX0" fmla="*/ 250848 w 360386"/>
              <a:gd name="connsiteY0" fmla="*/ 898884 h 898884"/>
              <a:gd name="connsiteX1" fmla="*/ 136230 w 360386"/>
              <a:gd name="connsiteY1" fmla="*/ 89196 h 898884"/>
              <a:gd name="connsiteX2" fmla="*/ 100035 w 360386"/>
              <a:gd name="connsiteY2" fmla="*/ 0 h 898884"/>
              <a:gd name="connsiteX3" fmla="*/ 289290 w 360386"/>
              <a:gd name="connsiteY3" fmla="*/ 122581 h 898884"/>
              <a:gd name="connsiteX4" fmla="*/ 113370 w 360386"/>
              <a:gd name="connsiteY4" fmla="*/ 273736 h 898884"/>
              <a:gd name="connsiteX5" fmla="*/ 143850 w 360386"/>
              <a:gd name="connsiteY5" fmla="*/ 169300 h 898884"/>
              <a:gd name="connsiteX6" fmla="*/ 250848 w 360386"/>
              <a:gd name="connsiteY6" fmla="*/ 898884 h 898884"/>
              <a:gd name="connsiteX0" fmla="*/ 250848 w 289290"/>
              <a:gd name="connsiteY0" fmla="*/ 898884 h 898884"/>
              <a:gd name="connsiteX1" fmla="*/ 136230 w 289290"/>
              <a:gd name="connsiteY1" fmla="*/ 89196 h 898884"/>
              <a:gd name="connsiteX2" fmla="*/ 100035 w 289290"/>
              <a:gd name="connsiteY2" fmla="*/ 0 h 898884"/>
              <a:gd name="connsiteX3" fmla="*/ 289290 w 289290"/>
              <a:gd name="connsiteY3" fmla="*/ 122581 h 898884"/>
              <a:gd name="connsiteX4" fmla="*/ 113370 w 289290"/>
              <a:gd name="connsiteY4" fmla="*/ 273736 h 898884"/>
              <a:gd name="connsiteX5" fmla="*/ 143850 w 289290"/>
              <a:gd name="connsiteY5" fmla="*/ 169300 h 898884"/>
              <a:gd name="connsiteX6" fmla="*/ 250848 w 289290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83744 w 422186"/>
              <a:gd name="connsiteY0" fmla="*/ 898884 h 898884"/>
              <a:gd name="connsiteX1" fmla="*/ 269126 w 422186"/>
              <a:gd name="connsiteY1" fmla="*/ 89196 h 898884"/>
              <a:gd name="connsiteX2" fmla="*/ 232931 w 422186"/>
              <a:gd name="connsiteY2" fmla="*/ 0 h 898884"/>
              <a:gd name="connsiteX3" fmla="*/ 422186 w 422186"/>
              <a:gd name="connsiteY3" fmla="*/ 122581 h 898884"/>
              <a:gd name="connsiteX4" fmla="*/ 246266 w 422186"/>
              <a:gd name="connsiteY4" fmla="*/ 273736 h 898884"/>
              <a:gd name="connsiteX5" fmla="*/ 276746 w 422186"/>
              <a:gd name="connsiteY5" fmla="*/ 169300 h 898884"/>
              <a:gd name="connsiteX6" fmla="*/ 383744 w 422186"/>
              <a:gd name="connsiteY6" fmla="*/ 898884 h 898884"/>
              <a:gd name="connsiteX0" fmla="*/ 383744 w 422186"/>
              <a:gd name="connsiteY0" fmla="*/ 898884 h 898884"/>
              <a:gd name="connsiteX1" fmla="*/ 269126 w 422186"/>
              <a:gd name="connsiteY1" fmla="*/ 89196 h 898884"/>
              <a:gd name="connsiteX2" fmla="*/ 232931 w 422186"/>
              <a:gd name="connsiteY2" fmla="*/ 0 h 898884"/>
              <a:gd name="connsiteX3" fmla="*/ 422186 w 422186"/>
              <a:gd name="connsiteY3" fmla="*/ 122581 h 898884"/>
              <a:gd name="connsiteX4" fmla="*/ 246266 w 422186"/>
              <a:gd name="connsiteY4" fmla="*/ 273736 h 898884"/>
              <a:gd name="connsiteX5" fmla="*/ 276746 w 422186"/>
              <a:gd name="connsiteY5" fmla="*/ 169300 h 898884"/>
              <a:gd name="connsiteX6" fmla="*/ 383744 w 422186"/>
              <a:gd name="connsiteY6" fmla="*/ 898884 h 898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186" h="898884">
                <a:moveTo>
                  <a:pt x="383744" y="898884"/>
                </a:moveTo>
                <a:cubicBezTo>
                  <a:pt x="-338586" y="243381"/>
                  <a:pt x="160308" y="112087"/>
                  <a:pt x="269126" y="89196"/>
                </a:cubicBezTo>
                <a:lnTo>
                  <a:pt x="232931" y="0"/>
                </a:lnTo>
                <a:lnTo>
                  <a:pt x="422186" y="122581"/>
                </a:lnTo>
                <a:lnTo>
                  <a:pt x="246266" y="273736"/>
                </a:lnTo>
                <a:lnTo>
                  <a:pt x="276746" y="169300"/>
                </a:lnTo>
                <a:cubicBezTo>
                  <a:pt x="225078" y="159775"/>
                  <a:pt x="-243660" y="249385"/>
                  <a:pt x="383744" y="898884"/>
                </a:cubicBezTo>
                <a:close/>
              </a:path>
            </a:pathLst>
          </a:custGeom>
          <a:solidFill>
            <a:srgbClr val="D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47">
            <a:extLst>
              <a:ext uri="{FF2B5EF4-FFF2-40B4-BE49-F238E27FC236}">
                <a16:creationId xmlns:a16="http://schemas.microsoft.com/office/drawing/2014/main" id="{5F4F4C6F-9FC2-56BB-161B-8B90C41F902D}"/>
              </a:ext>
            </a:extLst>
          </p:cNvPr>
          <p:cNvSpPr/>
          <p:nvPr/>
        </p:nvSpPr>
        <p:spPr>
          <a:xfrm rot="17144882" flipH="1" flipV="1">
            <a:off x="2832454" y="-199847"/>
            <a:ext cx="2075660" cy="2215691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150813 w 260351"/>
              <a:gd name="connsiteY0" fmla="*/ 898884 h 898884"/>
              <a:gd name="connsiteX1" fmla="*/ 36195 w 260351"/>
              <a:gd name="connsiteY1" fmla="*/ 89196 h 898884"/>
              <a:gd name="connsiteX2" fmla="*/ 0 w 260351"/>
              <a:gd name="connsiteY2" fmla="*/ 0 h 898884"/>
              <a:gd name="connsiteX3" fmla="*/ 189255 w 260351"/>
              <a:gd name="connsiteY3" fmla="*/ 122581 h 898884"/>
              <a:gd name="connsiteX4" fmla="*/ 13335 w 260351"/>
              <a:gd name="connsiteY4" fmla="*/ 273736 h 898884"/>
              <a:gd name="connsiteX5" fmla="*/ 43815 w 260351"/>
              <a:gd name="connsiteY5" fmla="*/ 169300 h 898884"/>
              <a:gd name="connsiteX6" fmla="*/ 150813 w 260351"/>
              <a:gd name="connsiteY6" fmla="*/ 898884 h 898884"/>
              <a:gd name="connsiteX0" fmla="*/ 250848 w 360386"/>
              <a:gd name="connsiteY0" fmla="*/ 898884 h 898884"/>
              <a:gd name="connsiteX1" fmla="*/ 136230 w 360386"/>
              <a:gd name="connsiteY1" fmla="*/ 89196 h 898884"/>
              <a:gd name="connsiteX2" fmla="*/ 100035 w 360386"/>
              <a:gd name="connsiteY2" fmla="*/ 0 h 898884"/>
              <a:gd name="connsiteX3" fmla="*/ 289290 w 360386"/>
              <a:gd name="connsiteY3" fmla="*/ 122581 h 898884"/>
              <a:gd name="connsiteX4" fmla="*/ 113370 w 360386"/>
              <a:gd name="connsiteY4" fmla="*/ 273736 h 898884"/>
              <a:gd name="connsiteX5" fmla="*/ 143850 w 360386"/>
              <a:gd name="connsiteY5" fmla="*/ 169300 h 898884"/>
              <a:gd name="connsiteX6" fmla="*/ 250848 w 360386"/>
              <a:gd name="connsiteY6" fmla="*/ 898884 h 898884"/>
              <a:gd name="connsiteX0" fmla="*/ 250848 w 289290"/>
              <a:gd name="connsiteY0" fmla="*/ 898884 h 898884"/>
              <a:gd name="connsiteX1" fmla="*/ 136230 w 289290"/>
              <a:gd name="connsiteY1" fmla="*/ 89196 h 898884"/>
              <a:gd name="connsiteX2" fmla="*/ 100035 w 289290"/>
              <a:gd name="connsiteY2" fmla="*/ 0 h 898884"/>
              <a:gd name="connsiteX3" fmla="*/ 289290 w 289290"/>
              <a:gd name="connsiteY3" fmla="*/ 122581 h 898884"/>
              <a:gd name="connsiteX4" fmla="*/ 113370 w 289290"/>
              <a:gd name="connsiteY4" fmla="*/ 273736 h 898884"/>
              <a:gd name="connsiteX5" fmla="*/ 143850 w 289290"/>
              <a:gd name="connsiteY5" fmla="*/ 169300 h 898884"/>
              <a:gd name="connsiteX6" fmla="*/ 250848 w 289290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83744 w 422186"/>
              <a:gd name="connsiteY0" fmla="*/ 898884 h 898884"/>
              <a:gd name="connsiteX1" fmla="*/ 269126 w 422186"/>
              <a:gd name="connsiteY1" fmla="*/ 89196 h 898884"/>
              <a:gd name="connsiteX2" fmla="*/ 232931 w 422186"/>
              <a:gd name="connsiteY2" fmla="*/ 0 h 898884"/>
              <a:gd name="connsiteX3" fmla="*/ 422186 w 422186"/>
              <a:gd name="connsiteY3" fmla="*/ 122581 h 898884"/>
              <a:gd name="connsiteX4" fmla="*/ 246266 w 422186"/>
              <a:gd name="connsiteY4" fmla="*/ 273736 h 898884"/>
              <a:gd name="connsiteX5" fmla="*/ 276746 w 422186"/>
              <a:gd name="connsiteY5" fmla="*/ 169300 h 898884"/>
              <a:gd name="connsiteX6" fmla="*/ 383744 w 422186"/>
              <a:gd name="connsiteY6" fmla="*/ 898884 h 898884"/>
              <a:gd name="connsiteX0" fmla="*/ 383744 w 422186"/>
              <a:gd name="connsiteY0" fmla="*/ 898884 h 898884"/>
              <a:gd name="connsiteX1" fmla="*/ 269126 w 422186"/>
              <a:gd name="connsiteY1" fmla="*/ 89196 h 898884"/>
              <a:gd name="connsiteX2" fmla="*/ 232931 w 422186"/>
              <a:gd name="connsiteY2" fmla="*/ 0 h 898884"/>
              <a:gd name="connsiteX3" fmla="*/ 422186 w 422186"/>
              <a:gd name="connsiteY3" fmla="*/ 122581 h 898884"/>
              <a:gd name="connsiteX4" fmla="*/ 246266 w 422186"/>
              <a:gd name="connsiteY4" fmla="*/ 273736 h 898884"/>
              <a:gd name="connsiteX5" fmla="*/ 276746 w 422186"/>
              <a:gd name="connsiteY5" fmla="*/ 169300 h 898884"/>
              <a:gd name="connsiteX6" fmla="*/ 383744 w 422186"/>
              <a:gd name="connsiteY6" fmla="*/ 898884 h 898884"/>
              <a:gd name="connsiteX0" fmla="*/ 1433489 w 1433489"/>
              <a:gd name="connsiteY0" fmla="*/ 1757667 h 1757667"/>
              <a:gd name="connsiteX1" fmla="*/ 36195 w 1433489"/>
              <a:gd name="connsiteY1" fmla="*/ 89196 h 1757667"/>
              <a:gd name="connsiteX2" fmla="*/ 0 w 1433489"/>
              <a:gd name="connsiteY2" fmla="*/ 0 h 1757667"/>
              <a:gd name="connsiteX3" fmla="*/ 189255 w 1433489"/>
              <a:gd name="connsiteY3" fmla="*/ 122581 h 1757667"/>
              <a:gd name="connsiteX4" fmla="*/ 13335 w 1433489"/>
              <a:gd name="connsiteY4" fmla="*/ 273736 h 1757667"/>
              <a:gd name="connsiteX5" fmla="*/ 43815 w 1433489"/>
              <a:gd name="connsiteY5" fmla="*/ 169300 h 1757667"/>
              <a:gd name="connsiteX6" fmla="*/ 1433489 w 1433489"/>
              <a:gd name="connsiteY6" fmla="*/ 1757667 h 1757667"/>
              <a:gd name="connsiteX0" fmla="*/ 1646579 w 1646579"/>
              <a:gd name="connsiteY0" fmla="*/ 1757667 h 1757667"/>
              <a:gd name="connsiteX1" fmla="*/ 249285 w 1646579"/>
              <a:gd name="connsiteY1" fmla="*/ 89196 h 1757667"/>
              <a:gd name="connsiteX2" fmla="*/ 213090 w 1646579"/>
              <a:gd name="connsiteY2" fmla="*/ 0 h 1757667"/>
              <a:gd name="connsiteX3" fmla="*/ 402345 w 1646579"/>
              <a:gd name="connsiteY3" fmla="*/ 122581 h 1757667"/>
              <a:gd name="connsiteX4" fmla="*/ 226425 w 1646579"/>
              <a:gd name="connsiteY4" fmla="*/ 273736 h 1757667"/>
              <a:gd name="connsiteX5" fmla="*/ 256905 w 1646579"/>
              <a:gd name="connsiteY5" fmla="*/ 169300 h 1757667"/>
              <a:gd name="connsiteX6" fmla="*/ 1646579 w 1646579"/>
              <a:gd name="connsiteY6" fmla="*/ 1757667 h 1757667"/>
              <a:gd name="connsiteX0" fmla="*/ 1646579 w 1646579"/>
              <a:gd name="connsiteY0" fmla="*/ 1757667 h 1757667"/>
              <a:gd name="connsiteX1" fmla="*/ 249285 w 1646579"/>
              <a:gd name="connsiteY1" fmla="*/ 89196 h 1757667"/>
              <a:gd name="connsiteX2" fmla="*/ 213090 w 1646579"/>
              <a:gd name="connsiteY2" fmla="*/ 0 h 1757667"/>
              <a:gd name="connsiteX3" fmla="*/ 402345 w 1646579"/>
              <a:gd name="connsiteY3" fmla="*/ 122581 h 1757667"/>
              <a:gd name="connsiteX4" fmla="*/ 226425 w 1646579"/>
              <a:gd name="connsiteY4" fmla="*/ 273736 h 1757667"/>
              <a:gd name="connsiteX5" fmla="*/ 256905 w 1646579"/>
              <a:gd name="connsiteY5" fmla="*/ 169300 h 1757667"/>
              <a:gd name="connsiteX6" fmla="*/ 1646579 w 1646579"/>
              <a:gd name="connsiteY6" fmla="*/ 1757667 h 1757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6579" h="1757667">
                <a:moveTo>
                  <a:pt x="1646579" y="1757667"/>
                </a:moveTo>
                <a:cubicBezTo>
                  <a:pt x="-744502" y="290383"/>
                  <a:pt x="140467" y="112087"/>
                  <a:pt x="249285" y="89196"/>
                </a:cubicBezTo>
                <a:lnTo>
                  <a:pt x="213090" y="0"/>
                </a:lnTo>
                <a:lnTo>
                  <a:pt x="402345" y="122581"/>
                </a:lnTo>
                <a:lnTo>
                  <a:pt x="226425" y="273736"/>
                </a:lnTo>
                <a:lnTo>
                  <a:pt x="256905" y="169300"/>
                </a:lnTo>
                <a:cubicBezTo>
                  <a:pt x="205237" y="159775"/>
                  <a:pt x="-561809" y="288509"/>
                  <a:pt x="1646579" y="1757667"/>
                </a:cubicBezTo>
                <a:close/>
              </a:path>
            </a:pathLst>
          </a:custGeom>
          <a:solidFill>
            <a:srgbClr val="FD9B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47">
            <a:extLst>
              <a:ext uri="{FF2B5EF4-FFF2-40B4-BE49-F238E27FC236}">
                <a16:creationId xmlns:a16="http://schemas.microsoft.com/office/drawing/2014/main" id="{10BDAF26-ED29-47BD-4392-BA48DCB9887A}"/>
              </a:ext>
            </a:extLst>
          </p:cNvPr>
          <p:cNvSpPr/>
          <p:nvPr/>
        </p:nvSpPr>
        <p:spPr>
          <a:xfrm rot="15128425" flipH="1" flipV="1">
            <a:off x="4094694" y="3681866"/>
            <a:ext cx="926866" cy="501296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5092" h="450483">
                <a:moveTo>
                  <a:pt x="0" y="450483"/>
                </a:moveTo>
                <a:cubicBezTo>
                  <a:pt x="356132" y="48182"/>
                  <a:pt x="643214" y="112087"/>
                  <a:pt x="752032" y="89196"/>
                </a:cubicBezTo>
                <a:lnTo>
                  <a:pt x="715837" y="0"/>
                </a:lnTo>
                <a:lnTo>
                  <a:pt x="905092" y="122581"/>
                </a:lnTo>
                <a:lnTo>
                  <a:pt x="729172" y="273736"/>
                </a:lnTo>
                <a:lnTo>
                  <a:pt x="759652" y="169300"/>
                </a:lnTo>
                <a:cubicBezTo>
                  <a:pt x="707984" y="159775"/>
                  <a:pt x="466664" y="126072"/>
                  <a:pt x="0" y="450483"/>
                </a:cubicBezTo>
                <a:close/>
              </a:path>
            </a:pathLst>
          </a:custGeom>
          <a:solidFill>
            <a:srgbClr val="FD9B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47">
            <a:extLst>
              <a:ext uri="{FF2B5EF4-FFF2-40B4-BE49-F238E27FC236}">
                <a16:creationId xmlns:a16="http://schemas.microsoft.com/office/drawing/2014/main" id="{CD51FAF7-B58E-61E6-D922-C391BDA5F632}"/>
              </a:ext>
            </a:extLst>
          </p:cNvPr>
          <p:cNvSpPr/>
          <p:nvPr/>
        </p:nvSpPr>
        <p:spPr>
          <a:xfrm rot="9498656" flipH="1">
            <a:off x="3327833" y="4839371"/>
            <a:ext cx="552546" cy="1356818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150813 w 260351"/>
              <a:gd name="connsiteY0" fmla="*/ 898884 h 898884"/>
              <a:gd name="connsiteX1" fmla="*/ 36195 w 260351"/>
              <a:gd name="connsiteY1" fmla="*/ 89196 h 898884"/>
              <a:gd name="connsiteX2" fmla="*/ 0 w 260351"/>
              <a:gd name="connsiteY2" fmla="*/ 0 h 898884"/>
              <a:gd name="connsiteX3" fmla="*/ 189255 w 260351"/>
              <a:gd name="connsiteY3" fmla="*/ 122581 h 898884"/>
              <a:gd name="connsiteX4" fmla="*/ 13335 w 260351"/>
              <a:gd name="connsiteY4" fmla="*/ 273736 h 898884"/>
              <a:gd name="connsiteX5" fmla="*/ 43815 w 260351"/>
              <a:gd name="connsiteY5" fmla="*/ 169300 h 898884"/>
              <a:gd name="connsiteX6" fmla="*/ 150813 w 260351"/>
              <a:gd name="connsiteY6" fmla="*/ 898884 h 898884"/>
              <a:gd name="connsiteX0" fmla="*/ 250848 w 360386"/>
              <a:gd name="connsiteY0" fmla="*/ 898884 h 898884"/>
              <a:gd name="connsiteX1" fmla="*/ 136230 w 360386"/>
              <a:gd name="connsiteY1" fmla="*/ 89196 h 898884"/>
              <a:gd name="connsiteX2" fmla="*/ 100035 w 360386"/>
              <a:gd name="connsiteY2" fmla="*/ 0 h 898884"/>
              <a:gd name="connsiteX3" fmla="*/ 289290 w 360386"/>
              <a:gd name="connsiteY3" fmla="*/ 122581 h 898884"/>
              <a:gd name="connsiteX4" fmla="*/ 113370 w 360386"/>
              <a:gd name="connsiteY4" fmla="*/ 273736 h 898884"/>
              <a:gd name="connsiteX5" fmla="*/ 143850 w 360386"/>
              <a:gd name="connsiteY5" fmla="*/ 169300 h 898884"/>
              <a:gd name="connsiteX6" fmla="*/ 250848 w 360386"/>
              <a:gd name="connsiteY6" fmla="*/ 898884 h 898884"/>
              <a:gd name="connsiteX0" fmla="*/ 250848 w 289290"/>
              <a:gd name="connsiteY0" fmla="*/ 898884 h 898884"/>
              <a:gd name="connsiteX1" fmla="*/ 136230 w 289290"/>
              <a:gd name="connsiteY1" fmla="*/ 89196 h 898884"/>
              <a:gd name="connsiteX2" fmla="*/ 100035 w 289290"/>
              <a:gd name="connsiteY2" fmla="*/ 0 h 898884"/>
              <a:gd name="connsiteX3" fmla="*/ 289290 w 289290"/>
              <a:gd name="connsiteY3" fmla="*/ 122581 h 898884"/>
              <a:gd name="connsiteX4" fmla="*/ 113370 w 289290"/>
              <a:gd name="connsiteY4" fmla="*/ 273736 h 898884"/>
              <a:gd name="connsiteX5" fmla="*/ 143850 w 289290"/>
              <a:gd name="connsiteY5" fmla="*/ 169300 h 898884"/>
              <a:gd name="connsiteX6" fmla="*/ 250848 w 289290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83744 w 422186"/>
              <a:gd name="connsiteY0" fmla="*/ 898884 h 898884"/>
              <a:gd name="connsiteX1" fmla="*/ 269126 w 422186"/>
              <a:gd name="connsiteY1" fmla="*/ 89196 h 898884"/>
              <a:gd name="connsiteX2" fmla="*/ 232931 w 422186"/>
              <a:gd name="connsiteY2" fmla="*/ 0 h 898884"/>
              <a:gd name="connsiteX3" fmla="*/ 422186 w 422186"/>
              <a:gd name="connsiteY3" fmla="*/ 122581 h 898884"/>
              <a:gd name="connsiteX4" fmla="*/ 246266 w 422186"/>
              <a:gd name="connsiteY4" fmla="*/ 273736 h 898884"/>
              <a:gd name="connsiteX5" fmla="*/ 276746 w 422186"/>
              <a:gd name="connsiteY5" fmla="*/ 169300 h 898884"/>
              <a:gd name="connsiteX6" fmla="*/ 383744 w 422186"/>
              <a:gd name="connsiteY6" fmla="*/ 898884 h 898884"/>
              <a:gd name="connsiteX0" fmla="*/ 383744 w 422186"/>
              <a:gd name="connsiteY0" fmla="*/ 898884 h 898884"/>
              <a:gd name="connsiteX1" fmla="*/ 269126 w 422186"/>
              <a:gd name="connsiteY1" fmla="*/ 89196 h 898884"/>
              <a:gd name="connsiteX2" fmla="*/ 232931 w 422186"/>
              <a:gd name="connsiteY2" fmla="*/ 0 h 898884"/>
              <a:gd name="connsiteX3" fmla="*/ 422186 w 422186"/>
              <a:gd name="connsiteY3" fmla="*/ 122581 h 898884"/>
              <a:gd name="connsiteX4" fmla="*/ 246266 w 422186"/>
              <a:gd name="connsiteY4" fmla="*/ 273736 h 898884"/>
              <a:gd name="connsiteX5" fmla="*/ 276746 w 422186"/>
              <a:gd name="connsiteY5" fmla="*/ 169300 h 898884"/>
              <a:gd name="connsiteX6" fmla="*/ 383744 w 422186"/>
              <a:gd name="connsiteY6" fmla="*/ 898884 h 898884"/>
              <a:gd name="connsiteX0" fmla="*/ 422202 w 422202"/>
              <a:gd name="connsiteY0" fmla="*/ 1076339 h 1076339"/>
              <a:gd name="connsiteX1" fmla="*/ 208545 w 422202"/>
              <a:gd name="connsiteY1" fmla="*/ 89196 h 1076339"/>
              <a:gd name="connsiteX2" fmla="*/ 172350 w 422202"/>
              <a:gd name="connsiteY2" fmla="*/ 0 h 1076339"/>
              <a:gd name="connsiteX3" fmla="*/ 361605 w 422202"/>
              <a:gd name="connsiteY3" fmla="*/ 122581 h 1076339"/>
              <a:gd name="connsiteX4" fmla="*/ 185685 w 422202"/>
              <a:gd name="connsiteY4" fmla="*/ 273736 h 1076339"/>
              <a:gd name="connsiteX5" fmla="*/ 216165 w 422202"/>
              <a:gd name="connsiteY5" fmla="*/ 169300 h 1076339"/>
              <a:gd name="connsiteX6" fmla="*/ 422202 w 422202"/>
              <a:gd name="connsiteY6" fmla="*/ 1076339 h 1076339"/>
              <a:gd name="connsiteX0" fmla="*/ 422202 w 422202"/>
              <a:gd name="connsiteY0" fmla="*/ 1076339 h 1076339"/>
              <a:gd name="connsiteX1" fmla="*/ 208545 w 422202"/>
              <a:gd name="connsiteY1" fmla="*/ 89196 h 1076339"/>
              <a:gd name="connsiteX2" fmla="*/ 172350 w 422202"/>
              <a:gd name="connsiteY2" fmla="*/ 0 h 1076339"/>
              <a:gd name="connsiteX3" fmla="*/ 361605 w 422202"/>
              <a:gd name="connsiteY3" fmla="*/ 122581 h 1076339"/>
              <a:gd name="connsiteX4" fmla="*/ 185685 w 422202"/>
              <a:gd name="connsiteY4" fmla="*/ 273736 h 1076339"/>
              <a:gd name="connsiteX5" fmla="*/ 216165 w 422202"/>
              <a:gd name="connsiteY5" fmla="*/ 169300 h 1076339"/>
              <a:gd name="connsiteX6" fmla="*/ 422202 w 422202"/>
              <a:gd name="connsiteY6" fmla="*/ 1076339 h 1076339"/>
              <a:gd name="connsiteX0" fmla="*/ 438324 w 438324"/>
              <a:gd name="connsiteY0" fmla="*/ 1076339 h 1076339"/>
              <a:gd name="connsiteX1" fmla="*/ 224667 w 438324"/>
              <a:gd name="connsiteY1" fmla="*/ 89196 h 1076339"/>
              <a:gd name="connsiteX2" fmla="*/ 188472 w 438324"/>
              <a:gd name="connsiteY2" fmla="*/ 0 h 1076339"/>
              <a:gd name="connsiteX3" fmla="*/ 377727 w 438324"/>
              <a:gd name="connsiteY3" fmla="*/ 122581 h 1076339"/>
              <a:gd name="connsiteX4" fmla="*/ 201807 w 438324"/>
              <a:gd name="connsiteY4" fmla="*/ 273736 h 1076339"/>
              <a:gd name="connsiteX5" fmla="*/ 232287 w 438324"/>
              <a:gd name="connsiteY5" fmla="*/ 169300 h 1076339"/>
              <a:gd name="connsiteX6" fmla="*/ 438324 w 438324"/>
              <a:gd name="connsiteY6" fmla="*/ 1076339 h 107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324" h="1076339">
                <a:moveTo>
                  <a:pt x="438324" y="1076339"/>
                </a:moveTo>
                <a:cubicBezTo>
                  <a:pt x="-323207" y="257529"/>
                  <a:pt x="115849" y="112087"/>
                  <a:pt x="224667" y="89196"/>
                </a:cubicBezTo>
                <a:lnTo>
                  <a:pt x="188472" y="0"/>
                </a:lnTo>
                <a:lnTo>
                  <a:pt x="377727" y="122581"/>
                </a:lnTo>
                <a:lnTo>
                  <a:pt x="201807" y="273736"/>
                </a:lnTo>
                <a:lnTo>
                  <a:pt x="232287" y="169300"/>
                </a:lnTo>
                <a:cubicBezTo>
                  <a:pt x="180619" y="159775"/>
                  <a:pt x="-250686" y="241274"/>
                  <a:pt x="438324" y="1076339"/>
                </a:cubicBezTo>
                <a:close/>
              </a:path>
            </a:pathLst>
          </a:custGeom>
          <a:solidFill>
            <a:srgbClr val="D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614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FA0D9-645F-1E9C-1B93-1F9C2F90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表&#10;&#10;AI 生成的内容可能不正确。">
            <a:extLst>
              <a:ext uri="{FF2B5EF4-FFF2-40B4-BE49-F238E27FC236}">
                <a16:creationId xmlns:a16="http://schemas.microsoft.com/office/drawing/2014/main" id="{55742783-ABEB-B9D4-8906-A00EC13A0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2946" y="1162340"/>
            <a:ext cx="6172984" cy="4627974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2E94A01C-A909-F962-638A-5167018B973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703" y="4201193"/>
            <a:ext cx="3401885" cy="2550442"/>
          </a:xfrm>
          <a:prstGeom prst="rect">
            <a:avLst/>
          </a:prstGeom>
        </p:spPr>
      </p:pic>
      <p:pic>
        <p:nvPicPr>
          <p:cNvPr id="7" name="图片 6" descr="手机屏幕截图&#10;&#10;AI 生成的内容可能不正确。">
            <a:extLst>
              <a:ext uri="{FF2B5EF4-FFF2-40B4-BE49-F238E27FC236}">
                <a16:creationId xmlns:a16="http://schemas.microsoft.com/office/drawing/2014/main" id="{6726F095-E7C2-FAB3-B93C-493B2B56376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702" y="310558"/>
            <a:ext cx="3401886" cy="2550442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8ED4A0AC-80A2-CB88-B088-0D12A78664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818" y="423227"/>
            <a:ext cx="4291483" cy="3217386"/>
          </a:xfrm>
          <a:prstGeom prst="rect">
            <a:avLst/>
          </a:prstGeom>
        </p:spPr>
      </p:pic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E90526B6-2E15-AB26-4DC4-A5081442B6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818" y="3640613"/>
            <a:ext cx="4291484" cy="3217387"/>
          </a:xfrm>
          <a:prstGeom prst="rect">
            <a:avLst/>
          </a:prstGeom>
        </p:spPr>
      </p:pic>
      <p:sp>
        <p:nvSpPr>
          <p:cNvPr id="14" name="箭头: 右 47">
            <a:extLst>
              <a:ext uri="{FF2B5EF4-FFF2-40B4-BE49-F238E27FC236}">
                <a16:creationId xmlns:a16="http://schemas.microsoft.com/office/drawing/2014/main" id="{613D018B-9BFA-A727-17FD-E4957AF94ABD}"/>
              </a:ext>
            </a:extLst>
          </p:cNvPr>
          <p:cNvSpPr/>
          <p:nvPr/>
        </p:nvSpPr>
        <p:spPr>
          <a:xfrm rot="10800000" flipH="1" flipV="1">
            <a:off x="5029199" y="4124625"/>
            <a:ext cx="856619" cy="345068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539" h="273736">
                <a:moveTo>
                  <a:pt x="0" y="268360"/>
                </a:moveTo>
                <a:cubicBezTo>
                  <a:pt x="213593" y="91164"/>
                  <a:pt x="417661" y="112087"/>
                  <a:pt x="526479" y="89196"/>
                </a:cubicBezTo>
                <a:lnTo>
                  <a:pt x="490284" y="0"/>
                </a:lnTo>
                <a:lnTo>
                  <a:pt x="679539" y="122581"/>
                </a:lnTo>
                <a:lnTo>
                  <a:pt x="503619" y="273736"/>
                </a:lnTo>
                <a:lnTo>
                  <a:pt x="534099" y="169300"/>
                </a:lnTo>
                <a:cubicBezTo>
                  <a:pt x="482431" y="159775"/>
                  <a:pt x="316463" y="146440"/>
                  <a:pt x="0" y="268360"/>
                </a:cubicBezTo>
                <a:close/>
              </a:path>
            </a:pathLst>
          </a:custGeom>
          <a:solidFill>
            <a:srgbClr val="FD9B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47">
            <a:extLst>
              <a:ext uri="{FF2B5EF4-FFF2-40B4-BE49-F238E27FC236}">
                <a16:creationId xmlns:a16="http://schemas.microsoft.com/office/drawing/2014/main" id="{44F23AFE-197B-F017-0759-695B7F5D9126}"/>
              </a:ext>
            </a:extLst>
          </p:cNvPr>
          <p:cNvSpPr/>
          <p:nvPr/>
        </p:nvSpPr>
        <p:spPr>
          <a:xfrm rot="12517861" flipH="1" flipV="1">
            <a:off x="5301680" y="374977"/>
            <a:ext cx="926866" cy="501296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5092" h="450483">
                <a:moveTo>
                  <a:pt x="0" y="450483"/>
                </a:moveTo>
                <a:cubicBezTo>
                  <a:pt x="356132" y="48182"/>
                  <a:pt x="643214" y="112087"/>
                  <a:pt x="752032" y="89196"/>
                </a:cubicBezTo>
                <a:lnTo>
                  <a:pt x="715837" y="0"/>
                </a:lnTo>
                <a:lnTo>
                  <a:pt x="905092" y="122581"/>
                </a:lnTo>
                <a:lnTo>
                  <a:pt x="729172" y="273736"/>
                </a:lnTo>
                <a:lnTo>
                  <a:pt x="759652" y="169300"/>
                </a:lnTo>
                <a:cubicBezTo>
                  <a:pt x="707984" y="159775"/>
                  <a:pt x="466664" y="126072"/>
                  <a:pt x="0" y="450483"/>
                </a:cubicBezTo>
                <a:close/>
              </a:path>
            </a:pathLst>
          </a:custGeom>
          <a:solidFill>
            <a:srgbClr val="ECC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BA944D6-2AE9-D599-5CE8-09A621910F4A}"/>
              </a:ext>
            </a:extLst>
          </p:cNvPr>
          <p:cNvSpPr txBox="1"/>
          <p:nvPr/>
        </p:nvSpPr>
        <p:spPr>
          <a:xfrm>
            <a:off x="4422569" y="1067686"/>
            <a:ext cx="716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Axis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3BB8E7C-C46D-92E1-8C0C-EAB920BF4A33}"/>
              </a:ext>
            </a:extLst>
          </p:cNvPr>
          <p:cNvSpPr txBox="1"/>
          <p:nvPr/>
        </p:nvSpPr>
        <p:spPr>
          <a:xfrm>
            <a:off x="4463513" y="1715883"/>
            <a:ext cx="716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Gap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F255B9B-5AF1-C0F2-5D0B-7AC7A7B6673E}"/>
              </a:ext>
            </a:extLst>
          </p:cNvPr>
          <p:cNvSpPr txBox="1"/>
          <p:nvPr/>
        </p:nvSpPr>
        <p:spPr>
          <a:xfrm>
            <a:off x="4323401" y="4953706"/>
            <a:ext cx="914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Cardinal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1FD9C66-40E3-EE31-3F7B-BC29717CB19F}"/>
              </a:ext>
            </a:extLst>
          </p:cNvPr>
          <p:cNvSpPr txBox="1"/>
          <p:nvPr/>
        </p:nvSpPr>
        <p:spPr>
          <a:xfrm>
            <a:off x="4323401" y="5601903"/>
            <a:ext cx="996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Oblique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箭头: 右 47">
            <a:extLst>
              <a:ext uri="{FF2B5EF4-FFF2-40B4-BE49-F238E27FC236}">
                <a16:creationId xmlns:a16="http://schemas.microsoft.com/office/drawing/2014/main" id="{1D5177FD-3BE1-C799-B34A-15F6F336F9E7}"/>
              </a:ext>
            </a:extLst>
          </p:cNvPr>
          <p:cNvSpPr/>
          <p:nvPr/>
        </p:nvSpPr>
        <p:spPr>
          <a:xfrm rot="8123057" flipH="1">
            <a:off x="4099868" y="2603639"/>
            <a:ext cx="856619" cy="345068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539" h="273736">
                <a:moveTo>
                  <a:pt x="0" y="268360"/>
                </a:moveTo>
                <a:cubicBezTo>
                  <a:pt x="213593" y="91164"/>
                  <a:pt x="417661" y="112087"/>
                  <a:pt x="526479" y="89196"/>
                </a:cubicBezTo>
                <a:lnTo>
                  <a:pt x="490284" y="0"/>
                </a:lnTo>
                <a:lnTo>
                  <a:pt x="679539" y="122581"/>
                </a:lnTo>
                <a:lnTo>
                  <a:pt x="503619" y="273736"/>
                </a:lnTo>
                <a:lnTo>
                  <a:pt x="534099" y="169300"/>
                </a:lnTo>
                <a:cubicBezTo>
                  <a:pt x="482431" y="159775"/>
                  <a:pt x="316463" y="146440"/>
                  <a:pt x="0" y="268360"/>
                </a:cubicBezTo>
                <a:close/>
              </a:path>
            </a:pathLst>
          </a:custGeom>
          <a:solidFill>
            <a:srgbClr val="B0E8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47">
            <a:extLst>
              <a:ext uri="{FF2B5EF4-FFF2-40B4-BE49-F238E27FC236}">
                <a16:creationId xmlns:a16="http://schemas.microsoft.com/office/drawing/2014/main" id="{F4A2B4C1-8F30-0DF9-C828-1B8BF573FA8E}"/>
              </a:ext>
            </a:extLst>
          </p:cNvPr>
          <p:cNvSpPr/>
          <p:nvPr/>
        </p:nvSpPr>
        <p:spPr>
          <a:xfrm rot="17144882" flipH="1" flipV="1">
            <a:off x="2677416" y="-82485"/>
            <a:ext cx="2319544" cy="2215692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150813 w 260351"/>
              <a:gd name="connsiteY0" fmla="*/ 898884 h 898884"/>
              <a:gd name="connsiteX1" fmla="*/ 36195 w 260351"/>
              <a:gd name="connsiteY1" fmla="*/ 89196 h 898884"/>
              <a:gd name="connsiteX2" fmla="*/ 0 w 260351"/>
              <a:gd name="connsiteY2" fmla="*/ 0 h 898884"/>
              <a:gd name="connsiteX3" fmla="*/ 189255 w 260351"/>
              <a:gd name="connsiteY3" fmla="*/ 122581 h 898884"/>
              <a:gd name="connsiteX4" fmla="*/ 13335 w 260351"/>
              <a:gd name="connsiteY4" fmla="*/ 273736 h 898884"/>
              <a:gd name="connsiteX5" fmla="*/ 43815 w 260351"/>
              <a:gd name="connsiteY5" fmla="*/ 169300 h 898884"/>
              <a:gd name="connsiteX6" fmla="*/ 150813 w 260351"/>
              <a:gd name="connsiteY6" fmla="*/ 898884 h 898884"/>
              <a:gd name="connsiteX0" fmla="*/ 250848 w 360386"/>
              <a:gd name="connsiteY0" fmla="*/ 898884 h 898884"/>
              <a:gd name="connsiteX1" fmla="*/ 136230 w 360386"/>
              <a:gd name="connsiteY1" fmla="*/ 89196 h 898884"/>
              <a:gd name="connsiteX2" fmla="*/ 100035 w 360386"/>
              <a:gd name="connsiteY2" fmla="*/ 0 h 898884"/>
              <a:gd name="connsiteX3" fmla="*/ 289290 w 360386"/>
              <a:gd name="connsiteY3" fmla="*/ 122581 h 898884"/>
              <a:gd name="connsiteX4" fmla="*/ 113370 w 360386"/>
              <a:gd name="connsiteY4" fmla="*/ 273736 h 898884"/>
              <a:gd name="connsiteX5" fmla="*/ 143850 w 360386"/>
              <a:gd name="connsiteY5" fmla="*/ 169300 h 898884"/>
              <a:gd name="connsiteX6" fmla="*/ 250848 w 360386"/>
              <a:gd name="connsiteY6" fmla="*/ 898884 h 898884"/>
              <a:gd name="connsiteX0" fmla="*/ 250848 w 289290"/>
              <a:gd name="connsiteY0" fmla="*/ 898884 h 898884"/>
              <a:gd name="connsiteX1" fmla="*/ 136230 w 289290"/>
              <a:gd name="connsiteY1" fmla="*/ 89196 h 898884"/>
              <a:gd name="connsiteX2" fmla="*/ 100035 w 289290"/>
              <a:gd name="connsiteY2" fmla="*/ 0 h 898884"/>
              <a:gd name="connsiteX3" fmla="*/ 289290 w 289290"/>
              <a:gd name="connsiteY3" fmla="*/ 122581 h 898884"/>
              <a:gd name="connsiteX4" fmla="*/ 113370 w 289290"/>
              <a:gd name="connsiteY4" fmla="*/ 273736 h 898884"/>
              <a:gd name="connsiteX5" fmla="*/ 143850 w 289290"/>
              <a:gd name="connsiteY5" fmla="*/ 169300 h 898884"/>
              <a:gd name="connsiteX6" fmla="*/ 250848 w 289290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83744 w 422186"/>
              <a:gd name="connsiteY0" fmla="*/ 898884 h 898884"/>
              <a:gd name="connsiteX1" fmla="*/ 269126 w 422186"/>
              <a:gd name="connsiteY1" fmla="*/ 89196 h 898884"/>
              <a:gd name="connsiteX2" fmla="*/ 232931 w 422186"/>
              <a:gd name="connsiteY2" fmla="*/ 0 h 898884"/>
              <a:gd name="connsiteX3" fmla="*/ 422186 w 422186"/>
              <a:gd name="connsiteY3" fmla="*/ 122581 h 898884"/>
              <a:gd name="connsiteX4" fmla="*/ 246266 w 422186"/>
              <a:gd name="connsiteY4" fmla="*/ 273736 h 898884"/>
              <a:gd name="connsiteX5" fmla="*/ 276746 w 422186"/>
              <a:gd name="connsiteY5" fmla="*/ 169300 h 898884"/>
              <a:gd name="connsiteX6" fmla="*/ 383744 w 422186"/>
              <a:gd name="connsiteY6" fmla="*/ 898884 h 898884"/>
              <a:gd name="connsiteX0" fmla="*/ 383744 w 422186"/>
              <a:gd name="connsiteY0" fmla="*/ 898884 h 898884"/>
              <a:gd name="connsiteX1" fmla="*/ 269126 w 422186"/>
              <a:gd name="connsiteY1" fmla="*/ 89196 h 898884"/>
              <a:gd name="connsiteX2" fmla="*/ 232931 w 422186"/>
              <a:gd name="connsiteY2" fmla="*/ 0 h 898884"/>
              <a:gd name="connsiteX3" fmla="*/ 422186 w 422186"/>
              <a:gd name="connsiteY3" fmla="*/ 122581 h 898884"/>
              <a:gd name="connsiteX4" fmla="*/ 246266 w 422186"/>
              <a:gd name="connsiteY4" fmla="*/ 273736 h 898884"/>
              <a:gd name="connsiteX5" fmla="*/ 276746 w 422186"/>
              <a:gd name="connsiteY5" fmla="*/ 169300 h 898884"/>
              <a:gd name="connsiteX6" fmla="*/ 383744 w 422186"/>
              <a:gd name="connsiteY6" fmla="*/ 898884 h 898884"/>
              <a:gd name="connsiteX0" fmla="*/ 1433489 w 1433489"/>
              <a:gd name="connsiteY0" fmla="*/ 1757667 h 1757667"/>
              <a:gd name="connsiteX1" fmla="*/ 36195 w 1433489"/>
              <a:gd name="connsiteY1" fmla="*/ 89196 h 1757667"/>
              <a:gd name="connsiteX2" fmla="*/ 0 w 1433489"/>
              <a:gd name="connsiteY2" fmla="*/ 0 h 1757667"/>
              <a:gd name="connsiteX3" fmla="*/ 189255 w 1433489"/>
              <a:gd name="connsiteY3" fmla="*/ 122581 h 1757667"/>
              <a:gd name="connsiteX4" fmla="*/ 13335 w 1433489"/>
              <a:gd name="connsiteY4" fmla="*/ 273736 h 1757667"/>
              <a:gd name="connsiteX5" fmla="*/ 43815 w 1433489"/>
              <a:gd name="connsiteY5" fmla="*/ 169300 h 1757667"/>
              <a:gd name="connsiteX6" fmla="*/ 1433489 w 1433489"/>
              <a:gd name="connsiteY6" fmla="*/ 1757667 h 1757667"/>
              <a:gd name="connsiteX0" fmla="*/ 1646579 w 1646579"/>
              <a:gd name="connsiteY0" fmla="*/ 1757667 h 1757667"/>
              <a:gd name="connsiteX1" fmla="*/ 249285 w 1646579"/>
              <a:gd name="connsiteY1" fmla="*/ 89196 h 1757667"/>
              <a:gd name="connsiteX2" fmla="*/ 213090 w 1646579"/>
              <a:gd name="connsiteY2" fmla="*/ 0 h 1757667"/>
              <a:gd name="connsiteX3" fmla="*/ 402345 w 1646579"/>
              <a:gd name="connsiteY3" fmla="*/ 122581 h 1757667"/>
              <a:gd name="connsiteX4" fmla="*/ 226425 w 1646579"/>
              <a:gd name="connsiteY4" fmla="*/ 273736 h 1757667"/>
              <a:gd name="connsiteX5" fmla="*/ 256905 w 1646579"/>
              <a:gd name="connsiteY5" fmla="*/ 169300 h 1757667"/>
              <a:gd name="connsiteX6" fmla="*/ 1646579 w 1646579"/>
              <a:gd name="connsiteY6" fmla="*/ 1757667 h 1757667"/>
              <a:gd name="connsiteX0" fmla="*/ 1646579 w 1646579"/>
              <a:gd name="connsiteY0" fmla="*/ 1757667 h 1757667"/>
              <a:gd name="connsiteX1" fmla="*/ 249285 w 1646579"/>
              <a:gd name="connsiteY1" fmla="*/ 89196 h 1757667"/>
              <a:gd name="connsiteX2" fmla="*/ 213090 w 1646579"/>
              <a:gd name="connsiteY2" fmla="*/ 0 h 1757667"/>
              <a:gd name="connsiteX3" fmla="*/ 402345 w 1646579"/>
              <a:gd name="connsiteY3" fmla="*/ 122581 h 1757667"/>
              <a:gd name="connsiteX4" fmla="*/ 226425 w 1646579"/>
              <a:gd name="connsiteY4" fmla="*/ 273736 h 1757667"/>
              <a:gd name="connsiteX5" fmla="*/ 256905 w 1646579"/>
              <a:gd name="connsiteY5" fmla="*/ 169300 h 1757667"/>
              <a:gd name="connsiteX6" fmla="*/ 1646579 w 1646579"/>
              <a:gd name="connsiteY6" fmla="*/ 1757667 h 1757667"/>
              <a:gd name="connsiteX0" fmla="*/ 1646579 w 1646832"/>
              <a:gd name="connsiteY0" fmla="*/ 1757667 h 1766868"/>
              <a:gd name="connsiteX1" fmla="*/ 249285 w 1646832"/>
              <a:gd name="connsiteY1" fmla="*/ 89196 h 1766868"/>
              <a:gd name="connsiteX2" fmla="*/ 213090 w 1646832"/>
              <a:gd name="connsiteY2" fmla="*/ 0 h 1766868"/>
              <a:gd name="connsiteX3" fmla="*/ 402345 w 1646832"/>
              <a:gd name="connsiteY3" fmla="*/ 122581 h 1766868"/>
              <a:gd name="connsiteX4" fmla="*/ 226425 w 1646832"/>
              <a:gd name="connsiteY4" fmla="*/ 273736 h 1766868"/>
              <a:gd name="connsiteX5" fmla="*/ 256905 w 1646832"/>
              <a:gd name="connsiteY5" fmla="*/ 169300 h 1766868"/>
              <a:gd name="connsiteX6" fmla="*/ 250534 w 1646832"/>
              <a:gd name="connsiteY6" fmla="*/ 638619 h 1766868"/>
              <a:gd name="connsiteX7" fmla="*/ 1646579 w 1646832"/>
              <a:gd name="connsiteY7" fmla="*/ 1757667 h 1766868"/>
              <a:gd name="connsiteX0" fmla="*/ 1646579 w 1646832"/>
              <a:gd name="connsiteY0" fmla="*/ 1757667 h 1766868"/>
              <a:gd name="connsiteX1" fmla="*/ 249285 w 1646832"/>
              <a:gd name="connsiteY1" fmla="*/ 89196 h 1766868"/>
              <a:gd name="connsiteX2" fmla="*/ 213090 w 1646832"/>
              <a:gd name="connsiteY2" fmla="*/ 0 h 1766868"/>
              <a:gd name="connsiteX3" fmla="*/ 402345 w 1646832"/>
              <a:gd name="connsiteY3" fmla="*/ 122581 h 1766868"/>
              <a:gd name="connsiteX4" fmla="*/ 226425 w 1646832"/>
              <a:gd name="connsiteY4" fmla="*/ 273736 h 1766868"/>
              <a:gd name="connsiteX5" fmla="*/ 256905 w 1646832"/>
              <a:gd name="connsiteY5" fmla="*/ 169300 h 1766868"/>
              <a:gd name="connsiteX6" fmla="*/ 250534 w 1646832"/>
              <a:gd name="connsiteY6" fmla="*/ 638619 h 1766868"/>
              <a:gd name="connsiteX7" fmla="*/ 1646579 w 1646832"/>
              <a:gd name="connsiteY7" fmla="*/ 1757667 h 1766868"/>
              <a:gd name="connsiteX0" fmla="*/ 1646579 w 1646832"/>
              <a:gd name="connsiteY0" fmla="*/ 1757667 h 1766868"/>
              <a:gd name="connsiteX1" fmla="*/ 249285 w 1646832"/>
              <a:gd name="connsiteY1" fmla="*/ 89196 h 1766868"/>
              <a:gd name="connsiteX2" fmla="*/ 213090 w 1646832"/>
              <a:gd name="connsiteY2" fmla="*/ 0 h 1766868"/>
              <a:gd name="connsiteX3" fmla="*/ 402345 w 1646832"/>
              <a:gd name="connsiteY3" fmla="*/ 122581 h 1766868"/>
              <a:gd name="connsiteX4" fmla="*/ 226425 w 1646832"/>
              <a:gd name="connsiteY4" fmla="*/ 273736 h 1766868"/>
              <a:gd name="connsiteX5" fmla="*/ 256905 w 1646832"/>
              <a:gd name="connsiteY5" fmla="*/ 169300 h 1766868"/>
              <a:gd name="connsiteX6" fmla="*/ 250534 w 1646832"/>
              <a:gd name="connsiteY6" fmla="*/ 638619 h 1766868"/>
              <a:gd name="connsiteX7" fmla="*/ 1646579 w 1646832"/>
              <a:gd name="connsiteY7" fmla="*/ 1757667 h 1766868"/>
              <a:gd name="connsiteX0" fmla="*/ 1646579 w 1646832"/>
              <a:gd name="connsiteY0" fmla="*/ 1757667 h 1766868"/>
              <a:gd name="connsiteX1" fmla="*/ 249285 w 1646832"/>
              <a:gd name="connsiteY1" fmla="*/ 89196 h 1766868"/>
              <a:gd name="connsiteX2" fmla="*/ 213090 w 1646832"/>
              <a:gd name="connsiteY2" fmla="*/ 0 h 1766868"/>
              <a:gd name="connsiteX3" fmla="*/ 402345 w 1646832"/>
              <a:gd name="connsiteY3" fmla="*/ 122581 h 1766868"/>
              <a:gd name="connsiteX4" fmla="*/ 226425 w 1646832"/>
              <a:gd name="connsiteY4" fmla="*/ 273736 h 1766868"/>
              <a:gd name="connsiteX5" fmla="*/ 256905 w 1646832"/>
              <a:gd name="connsiteY5" fmla="*/ 169300 h 1766868"/>
              <a:gd name="connsiteX6" fmla="*/ 250534 w 1646832"/>
              <a:gd name="connsiteY6" fmla="*/ 638619 h 1766868"/>
              <a:gd name="connsiteX7" fmla="*/ 1646579 w 1646832"/>
              <a:gd name="connsiteY7" fmla="*/ 1757667 h 1766868"/>
              <a:gd name="connsiteX0" fmla="*/ 1646579 w 1646832"/>
              <a:gd name="connsiteY0" fmla="*/ 1757667 h 1766868"/>
              <a:gd name="connsiteX1" fmla="*/ 249285 w 1646832"/>
              <a:gd name="connsiteY1" fmla="*/ 89196 h 1766868"/>
              <a:gd name="connsiteX2" fmla="*/ 213090 w 1646832"/>
              <a:gd name="connsiteY2" fmla="*/ 0 h 1766868"/>
              <a:gd name="connsiteX3" fmla="*/ 402345 w 1646832"/>
              <a:gd name="connsiteY3" fmla="*/ 122581 h 1766868"/>
              <a:gd name="connsiteX4" fmla="*/ 226425 w 1646832"/>
              <a:gd name="connsiteY4" fmla="*/ 273736 h 1766868"/>
              <a:gd name="connsiteX5" fmla="*/ 256905 w 1646832"/>
              <a:gd name="connsiteY5" fmla="*/ 169300 h 1766868"/>
              <a:gd name="connsiteX6" fmla="*/ 250534 w 1646832"/>
              <a:gd name="connsiteY6" fmla="*/ 638619 h 1766868"/>
              <a:gd name="connsiteX7" fmla="*/ 1646579 w 1646832"/>
              <a:gd name="connsiteY7" fmla="*/ 1757667 h 1766868"/>
              <a:gd name="connsiteX0" fmla="*/ 1646579 w 1646832"/>
              <a:gd name="connsiteY0" fmla="*/ 1757667 h 1766868"/>
              <a:gd name="connsiteX1" fmla="*/ 249285 w 1646832"/>
              <a:gd name="connsiteY1" fmla="*/ 89196 h 1766868"/>
              <a:gd name="connsiteX2" fmla="*/ 213090 w 1646832"/>
              <a:gd name="connsiteY2" fmla="*/ 0 h 1766868"/>
              <a:gd name="connsiteX3" fmla="*/ 402345 w 1646832"/>
              <a:gd name="connsiteY3" fmla="*/ 122581 h 1766868"/>
              <a:gd name="connsiteX4" fmla="*/ 226425 w 1646832"/>
              <a:gd name="connsiteY4" fmla="*/ 273736 h 1766868"/>
              <a:gd name="connsiteX5" fmla="*/ 256905 w 1646832"/>
              <a:gd name="connsiteY5" fmla="*/ 169300 h 1766868"/>
              <a:gd name="connsiteX6" fmla="*/ 250534 w 1646832"/>
              <a:gd name="connsiteY6" fmla="*/ 638619 h 1766868"/>
              <a:gd name="connsiteX7" fmla="*/ 1646579 w 1646832"/>
              <a:gd name="connsiteY7" fmla="*/ 1757667 h 1766868"/>
              <a:gd name="connsiteX0" fmla="*/ 1646579 w 1646832"/>
              <a:gd name="connsiteY0" fmla="*/ 1757667 h 1766868"/>
              <a:gd name="connsiteX1" fmla="*/ 249285 w 1646832"/>
              <a:gd name="connsiteY1" fmla="*/ 89196 h 1766868"/>
              <a:gd name="connsiteX2" fmla="*/ 213090 w 1646832"/>
              <a:gd name="connsiteY2" fmla="*/ 0 h 1766868"/>
              <a:gd name="connsiteX3" fmla="*/ 402345 w 1646832"/>
              <a:gd name="connsiteY3" fmla="*/ 122581 h 1766868"/>
              <a:gd name="connsiteX4" fmla="*/ 226425 w 1646832"/>
              <a:gd name="connsiteY4" fmla="*/ 273736 h 1766868"/>
              <a:gd name="connsiteX5" fmla="*/ 256905 w 1646832"/>
              <a:gd name="connsiteY5" fmla="*/ 169300 h 1766868"/>
              <a:gd name="connsiteX6" fmla="*/ 250534 w 1646832"/>
              <a:gd name="connsiteY6" fmla="*/ 638619 h 1766868"/>
              <a:gd name="connsiteX7" fmla="*/ 1646579 w 1646832"/>
              <a:gd name="connsiteY7" fmla="*/ 1757667 h 1766868"/>
              <a:gd name="connsiteX0" fmla="*/ 1646579 w 1646832"/>
              <a:gd name="connsiteY0" fmla="*/ 1757667 h 1766868"/>
              <a:gd name="connsiteX1" fmla="*/ 249285 w 1646832"/>
              <a:gd name="connsiteY1" fmla="*/ 89196 h 1766868"/>
              <a:gd name="connsiteX2" fmla="*/ 213090 w 1646832"/>
              <a:gd name="connsiteY2" fmla="*/ 0 h 1766868"/>
              <a:gd name="connsiteX3" fmla="*/ 402345 w 1646832"/>
              <a:gd name="connsiteY3" fmla="*/ 122581 h 1766868"/>
              <a:gd name="connsiteX4" fmla="*/ 226425 w 1646832"/>
              <a:gd name="connsiteY4" fmla="*/ 273736 h 1766868"/>
              <a:gd name="connsiteX5" fmla="*/ 256905 w 1646832"/>
              <a:gd name="connsiteY5" fmla="*/ 169300 h 1766868"/>
              <a:gd name="connsiteX6" fmla="*/ 250534 w 1646832"/>
              <a:gd name="connsiteY6" fmla="*/ 638619 h 1766868"/>
              <a:gd name="connsiteX7" fmla="*/ 1646579 w 1646832"/>
              <a:gd name="connsiteY7" fmla="*/ 1757667 h 1766868"/>
              <a:gd name="connsiteX0" fmla="*/ 1646579 w 1646749"/>
              <a:gd name="connsiteY0" fmla="*/ 1757667 h 1766292"/>
              <a:gd name="connsiteX1" fmla="*/ 249285 w 1646749"/>
              <a:gd name="connsiteY1" fmla="*/ 89196 h 1766292"/>
              <a:gd name="connsiteX2" fmla="*/ 213090 w 1646749"/>
              <a:gd name="connsiteY2" fmla="*/ 0 h 1766292"/>
              <a:gd name="connsiteX3" fmla="*/ 402345 w 1646749"/>
              <a:gd name="connsiteY3" fmla="*/ 122581 h 1766292"/>
              <a:gd name="connsiteX4" fmla="*/ 226425 w 1646749"/>
              <a:gd name="connsiteY4" fmla="*/ 273736 h 1766292"/>
              <a:gd name="connsiteX5" fmla="*/ 256905 w 1646749"/>
              <a:gd name="connsiteY5" fmla="*/ 169300 h 1766292"/>
              <a:gd name="connsiteX6" fmla="*/ 250534 w 1646749"/>
              <a:gd name="connsiteY6" fmla="*/ 638619 h 1766292"/>
              <a:gd name="connsiteX7" fmla="*/ 352922 w 1646749"/>
              <a:gd name="connsiteY7" fmla="*/ 744189 h 1766292"/>
              <a:gd name="connsiteX8" fmla="*/ 1646579 w 1646749"/>
              <a:gd name="connsiteY8" fmla="*/ 1757667 h 1766292"/>
              <a:gd name="connsiteX0" fmla="*/ 1646579 w 1646749"/>
              <a:gd name="connsiteY0" fmla="*/ 1757667 h 1766292"/>
              <a:gd name="connsiteX1" fmla="*/ 249285 w 1646749"/>
              <a:gd name="connsiteY1" fmla="*/ 89196 h 1766292"/>
              <a:gd name="connsiteX2" fmla="*/ 213090 w 1646749"/>
              <a:gd name="connsiteY2" fmla="*/ 0 h 1766292"/>
              <a:gd name="connsiteX3" fmla="*/ 402345 w 1646749"/>
              <a:gd name="connsiteY3" fmla="*/ 122581 h 1766292"/>
              <a:gd name="connsiteX4" fmla="*/ 226425 w 1646749"/>
              <a:gd name="connsiteY4" fmla="*/ 273736 h 1766292"/>
              <a:gd name="connsiteX5" fmla="*/ 256905 w 1646749"/>
              <a:gd name="connsiteY5" fmla="*/ 169300 h 1766292"/>
              <a:gd name="connsiteX6" fmla="*/ 250534 w 1646749"/>
              <a:gd name="connsiteY6" fmla="*/ 638619 h 1766292"/>
              <a:gd name="connsiteX7" fmla="*/ 1079654 w 1646749"/>
              <a:gd name="connsiteY7" fmla="*/ 836601 h 1766292"/>
              <a:gd name="connsiteX8" fmla="*/ 352922 w 1646749"/>
              <a:gd name="connsiteY8" fmla="*/ 744189 h 1766292"/>
              <a:gd name="connsiteX9" fmla="*/ 1646579 w 1646749"/>
              <a:gd name="connsiteY9" fmla="*/ 1757667 h 1766292"/>
              <a:gd name="connsiteX0" fmla="*/ 1646579 w 1646751"/>
              <a:gd name="connsiteY0" fmla="*/ 1757667 h 1766463"/>
              <a:gd name="connsiteX1" fmla="*/ 249285 w 1646751"/>
              <a:gd name="connsiteY1" fmla="*/ 89196 h 1766463"/>
              <a:gd name="connsiteX2" fmla="*/ 213090 w 1646751"/>
              <a:gd name="connsiteY2" fmla="*/ 0 h 1766463"/>
              <a:gd name="connsiteX3" fmla="*/ 402345 w 1646751"/>
              <a:gd name="connsiteY3" fmla="*/ 122581 h 1766463"/>
              <a:gd name="connsiteX4" fmla="*/ 226425 w 1646751"/>
              <a:gd name="connsiteY4" fmla="*/ 273736 h 1766463"/>
              <a:gd name="connsiteX5" fmla="*/ 256905 w 1646751"/>
              <a:gd name="connsiteY5" fmla="*/ 169300 h 1766463"/>
              <a:gd name="connsiteX6" fmla="*/ 250534 w 1646751"/>
              <a:gd name="connsiteY6" fmla="*/ 638619 h 1766463"/>
              <a:gd name="connsiteX7" fmla="*/ 1079654 w 1646751"/>
              <a:gd name="connsiteY7" fmla="*/ 836601 h 1766463"/>
              <a:gd name="connsiteX8" fmla="*/ 366347 w 1646751"/>
              <a:gd name="connsiteY8" fmla="*/ 763955 h 1766463"/>
              <a:gd name="connsiteX9" fmla="*/ 1646579 w 1646751"/>
              <a:gd name="connsiteY9" fmla="*/ 1757667 h 1766463"/>
              <a:gd name="connsiteX0" fmla="*/ 1664679 w 1664851"/>
              <a:gd name="connsiteY0" fmla="*/ 1757667 h 1766463"/>
              <a:gd name="connsiteX1" fmla="*/ 267385 w 1664851"/>
              <a:gd name="connsiteY1" fmla="*/ 89196 h 1766463"/>
              <a:gd name="connsiteX2" fmla="*/ 231190 w 1664851"/>
              <a:gd name="connsiteY2" fmla="*/ 0 h 1766463"/>
              <a:gd name="connsiteX3" fmla="*/ 420445 w 1664851"/>
              <a:gd name="connsiteY3" fmla="*/ 122581 h 1766463"/>
              <a:gd name="connsiteX4" fmla="*/ 244525 w 1664851"/>
              <a:gd name="connsiteY4" fmla="*/ 273736 h 1766463"/>
              <a:gd name="connsiteX5" fmla="*/ 275005 w 1664851"/>
              <a:gd name="connsiteY5" fmla="*/ 169300 h 1766463"/>
              <a:gd name="connsiteX6" fmla="*/ 125741 w 1664851"/>
              <a:gd name="connsiteY6" fmla="*/ 427693 h 1766463"/>
              <a:gd name="connsiteX7" fmla="*/ 1097754 w 1664851"/>
              <a:gd name="connsiteY7" fmla="*/ 836601 h 1766463"/>
              <a:gd name="connsiteX8" fmla="*/ 384447 w 1664851"/>
              <a:gd name="connsiteY8" fmla="*/ 763955 h 1766463"/>
              <a:gd name="connsiteX9" fmla="*/ 1664679 w 1664851"/>
              <a:gd name="connsiteY9" fmla="*/ 1757667 h 1766463"/>
              <a:gd name="connsiteX0" fmla="*/ 1646580 w 1646752"/>
              <a:gd name="connsiteY0" fmla="*/ 1757667 h 1766463"/>
              <a:gd name="connsiteX1" fmla="*/ 249286 w 1646752"/>
              <a:gd name="connsiteY1" fmla="*/ 89196 h 1766463"/>
              <a:gd name="connsiteX2" fmla="*/ 213091 w 1646752"/>
              <a:gd name="connsiteY2" fmla="*/ 0 h 1766463"/>
              <a:gd name="connsiteX3" fmla="*/ 402346 w 1646752"/>
              <a:gd name="connsiteY3" fmla="*/ 122581 h 1766463"/>
              <a:gd name="connsiteX4" fmla="*/ 226426 w 1646752"/>
              <a:gd name="connsiteY4" fmla="*/ 273736 h 1766463"/>
              <a:gd name="connsiteX5" fmla="*/ 256906 w 1646752"/>
              <a:gd name="connsiteY5" fmla="*/ 169300 h 1766463"/>
              <a:gd name="connsiteX6" fmla="*/ 107642 w 1646752"/>
              <a:gd name="connsiteY6" fmla="*/ 427693 h 1766463"/>
              <a:gd name="connsiteX7" fmla="*/ 1079655 w 1646752"/>
              <a:gd name="connsiteY7" fmla="*/ 836601 h 1766463"/>
              <a:gd name="connsiteX8" fmla="*/ 366348 w 1646752"/>
              <a:gd name="connsiteY8" fmla="*/ 763955 h 1766463"/>
              <a:gd name="connsiteX9" fmla="*/ 1646580 w 1646752"/>
              <a:gd name="connsiteY9" fmla="*/ 1757667 h 1766463"/>
              <a:gd name="connsiteX0" fmla="*/ 1646580 w 1646752"/>
              <a:gd name="connsiteY0" fmla="*/ 1757667 h 1766463"/>
              <a:gd name="connsiteX1" fmla="*/ 249286 w 1646752"/>
              <a:gd name="connsiteY1" fmla="*/ 89196 h 1766463"/>
              <a:gd name="connsiteX2" fmla="*/ 213091 w 1646752"/>
              <a:gd name="connsiteY2" fmla="*/ 0 h 1766463"/>
              <a:gd name="connsiteX3" fmla="*/ 402346 w 1646752"/>
              <a:gd name="connsiteY3" fmla="*/ 122581 h 1766463"/>
              <a:gd name="connsiteX4" fmla="*/ 226426 w 1646752"/>
              <a:gd name="connsiteY4" fmla="*/ 273736 h 1766463"/>
              <a:gd name="connsiteX5" fmla="*/ 256906 w 1646752"/>
              <a:gd name="connsiteY5" fmla="*/ 169300 h 1766463"/>
              <a:gd name="connsiteX6" fmla="*/ 117128 w 1646752"/>
              <a:gd name="connsiteY6" fmla="*/ 423056 h 1766463"/>
              <a:gd name="connsiteX7" fmla="*/ 1079655 w 1646752"/>
              <a:gd name="connsiteY7" fmla="*/ 836601 h 1766463"/>
              <a:gd name="connsiteX8" fmla="*/ 366348 w 1646752"/>
              <a:gd name="connsiteY8" fmla="*/ 763955 h 1766463"/>
              <a:gd name="connsiteX9" fmla="*/ 1646580 w 1646752"/>
              <a:gd name="connsiteY9" fmla="*/ 1757667 h 1766463"/>
              <a:gd name="connsiteX0" fmla="*/ 1646580 w 1646752"/>
              <a:gd name="connsiteY0" fmla="*/ 1757667 h 1766463"/>
              <a:gd name="connsiteX1" fmla="*/ 249286 w 1646752"/>
              <a:gd name="connsiteY1" fmla="*/ 89196 h 1766463"/>
              <a:gd name="connsiteX2" fmla="*/ 213091 w 1646752"/>
              <a:gd name="connsiteY2" fmla="*/ 0 h 1766463"/>
              <a:gd name="connsiteX3" fmla="*/ 402346 w 1646752"/>
              <a:gd name="connsiteY3" fmla="*/ 122581 h 1766463"/>
              <a:gd name="connsiteX4" fmla="*/ 226426 w 1646752"/>
              <a:gd name="connsiteY4" fmla="*/ 273736 h 1766463"/>
              <a:gd name="connsiteX5" fmla="*/ 256906 w 1646752"/>
              <a:gd name="connsiteY5" fmla="*/ 169300 h 1766463"/>
              <a:gd name="connsiteX6" fmla="*/ 117128 w 1646752"/>
              <a:gd name="connsiteY6" fmla="*/ 423056 h 1766463"/>
              <a:gd name="connsiteX7" fmla="*/ 1079655 w 1646752"/>
              <a:gd name="connsiteY7" fmla="*/ 836601 h 1766463"/>
              <a:gd name="connsiteX8" fmla="*/ 366348 w 1646752"/>
              <a:gd name="connsiteY8" fmla="*/ 763955 h 1766463"/>
              <a:gd name="connsiteX9" fmla="*/ 1646580 w 1646752"/>
              <a:gd name="connsiteY9" fmla="*/ 1757667 h 1766463"/>
              <a:gd name="connsiteX0" fmla="*/ 1646580 w 1646749"/>
              <a:gd name="connsiteY0" fmla="*/ 1757667 h 1766201"/>
              <a:gd name="connsiteX1" fmla="*/ 249286 w 1646749"/>
              <a:gd name="connsiteY1" fmla="*/ 89196 h 1766201"/>
              <a:gd name="connsiteX2" fmla="*/ 213091 w 1646749"/>
              <a:gd name="connsiteY2" fmla="*/ 0 h 1766201"/>
              <a:gd name="connsiteX3" fmla="*/ 402346 w 1646749"/>
              <a:gd name="connsiteY3" fmla="*/ 122581 h 1766201"/>
              <a:gd name="connsiteX4" fmla="*/ 226426 w 1646749"/>
              <a:gd name="connsiteY4" fmla="*/ 273736 h 1766201"/>
              <a:gd name="connsiteX5" fmla="*/ 256906 w 1646749"/>
              <a:gd name="connsiteY5" fmla="*/ 169300 h 1766201"/>
              <a:gd name="connsiteX6" fmla="*/ 117128 w 1646749"/>
              <a:gd name="connsiteY6" fmla="*/ 423056 h 1766201"/>
              <a:gd name="connsiteX7" fmla="*/ 1079655 w 1646749"/>
              <a:gd name="connsiteY7" fmla="*/ 836601 h 1766201"/>
              <a:gd name="connsiteX8" fmla="*/ 345955 w 1646749"/>
              <a:gd name="connsiteY8" fmla="*/ 733397 h 1766201"/>
              <a:gd name="connsiteX9" fmla="*/ 1646580 w 1646749"/>
              <a:gd name="connsiteY9" fmla="*/ 1757667 h 1766201"/>
              <a:gd name="connsiteX0" fmla="*/ 1646580 w 1646755"/>
              <a:gd name="connsiteY0" fmla="*/ 1757667 h 1766557"/>
              <a:gd name="connsiteX1" fmla="*/ 249286 w 1646755"/>
              <a:gd name="connsiteY1" fmla="*/ 89196 h 1766557"/>
              <a:gd name="connsiteX2" fmla="*/ 213091 w 1646755"/>
              <a:gd name="connsiteY2" fmla="*/ 0 h 1766557"/>
              <a:gd name="connsiteX3" fmla="*/ 402346 w 1646755"/>
              <a:gd name="connsiteY3" fmla="*/ 122581 h 1766557"/>
              <a:gd name="connsiteX4" fmla="*/ 226426 w 1646755"/>
              <a:gd name="connsiteY4" fmla="*/ 273736 h 1766557"/>
              <a:gd name="connsiteX5" fmla="*/ 256906 w 1646755"/>
              <a:gd name="connsiteY5" fmla="*/ 169300 h 1766557"/>
              <a:gd name="connsiteX6" fmla="*/ 117128 w 1646755"/>
              <a:gd name="connsiteY6" fmla="*/ 423056 h 1766557"/>
              <a:gd name="connsiteX7" fmla="*/ 1079655 w 1646755"/>
              <a:gd name="connsiteY7" fmla="*/ 836601 h 1766557"/>
              <a:gd name="connsiteX8" fmla="*/ 381102 w 1646755"/>
              <a:gd name="connsiteY8" fmla="*/ 774515 h 1766557"/>
              <a:gd name="connsiteX9" fmla="*/ 1646580 w 1646755"/>
              <a:gd name="connsiteY9" fmla="*/ 1757667 h 1766557"/>
              <a:gd name="connsiteX0" fmla="*/ 1646580 w 1646755"/>
              <a:gd name="connsiteY0" fmla="*/ 1757667 h 1766557"/>
              <a:gd name="connsiteX1" fmla="*/ 249286 w 1646755"/>
              <a:gd name="connsiteY1" fmla="*/ 89196 h 1766557"/>
              <a:gd name="connsiteX2" fmla="*/ 213091 w 1646755"/>
              <a:gd name="connsiteY2" fmla="*/ 0 h 1766557"/>
              <a:gd name="connsiteX3" fmla="*/ 402346 w 1646755"/>
              <a:gd name="connsiteY3" fmla="*/ 122581 h 1766557"/>
              <a:gd name="connsiteX4" fmla="*/ 226426 w 1646755"/>
              <a:gd name="connsiteY4" fmla="*/ 273736 h 1766557"/>
              <a:gd name="connsiteX5" fmla="*/ 256906 w 1646755"/>
              <a:gd name="connsiteY5" fmla="*/ 169300 h 1766557"/>
              <a:gd name="connsiteX6" fmla="*/ 117128 w 1646755"/>
              <a:gd name="connsiteY6" fmla="*/ 423056 h 1766557"/>
              <a:gd name="connsiteX7" fmla="*/ 1079655 w 1646755"/>
              <a:gd name="connsiteY7" fmla="*/ 836601 h 1766557"/>
              <a:gd name="connsiteX8" fmla="*/ 381102 w 1646755"/>
              <a:gd name="connsiteY8" fmla="*/ 774515 h 1766557"/>
              <a:gd name="connsiteX9" fmla="*/ 1646580 w 1646755"/>
              <a:gd name="connsiteY9" fmla="*/ 1757667 h 1766557"/>
              <a:gd name="connsiteX0" fmla="*/ 1646580 w 1646755"/>
              <a:gd name="connsiteY0" fmla="*/ 1757667 h 1766540"/>
              <a:gd name="connsiteX1" fmla="*/ 249286 w 1646755"/>
              <a:gd name="connsiteY1" fmla="*/ 89196 h 1766540"/>
              <a:gd name="connsiteX2" fmla="*/ 213091 w 1646755"/>
              <a:gd name="connsiteY2" fmla="*/ 0 h 1766540"/>
              <a:gd name="connsiteX3" fmla="*/ 402346 w 1646755"/>
              <a:gd name="connsiteY3" fmla="*/ 122581 h 1766540"/>
              <a:gd name="connsiteX4" fmla="*/ 226426 w 1646755"/>
              <a:gd name="connsiteY4" fmla="*/ 273736 h 1766540"/>
              <a:gd name="connsiteX5" fmla="*/ 256906 w 1646755"/>
              <a:gd name="connsiteY5" fmla="*/ 169300 h 1766540"/>
              <a:gd name="connsiteX6" fmla="*/ 117128 w 1646755"/>
              <a:gd name="connsiteY6" fmla="*/ 423056 h 1766540"/>
              <a:gd name="connsiteX7" fmla="*/ 1079655 w 1646755"/>
              <a:gd name="connsiteY7" fmla="*/ 836601 h 1766540"/>
              <a:gd name="connsiteX8" fmla="*/ 384481 w 1646755"/>
              <a:gd name="connsiteY8" fmla="*/ 772582 h 1766540"/>
              <a:gd name="connsiteX9" fmla="*/ 1646580 w 1646755"/>
              <a:gd name="connsiteY9" fmla="*/ 1757667 h 1766540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1079655 w 1646750"/>
              <a:gd name="connsiteY7" fmla="*/ 836601 h 1766695"/>
              <a:gd name="connsiteX8" fmla="*/ 384481 w 1646750"/>
              <a:gd name="connsiteY8" fmla="*/ 772582 h 1766695"/>
              <a:gd name="connsiteX9" fmla="*/ 1646580 w 1646750"/>
              <a:gd name="connsiteY9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1253286 w 1646750"/>
              <a:gd name="connsiteY7" fmla="*/ 1163491 h 1766695"/>
              <a:gd name="connsiteX8" fmla="*/ 384481 w 1646750"/>
              <a:gd name="connsiteY8" fmla="*/ 772582 h 1766695"/>
              <a:gd name="connsiteX9" fmla="*/ 1646580 w 1646750"/>
              <a:gd name="connsiteY9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330298 w 1646750"/>
              <a:gd name="connsiteY7" fmla="*/ 608275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330298 w 1646750"/>
              <a:gd name="connsiteY7" fmla="*/ 608275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309202 w 1646750"/>
              <a:gd name="connsiteY7" fmla="*/ 630906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309202 w 1646750"/>
              <a:gd name="connsiteY7" fmla="*/ 630906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314472 w 1646750"/>
              <a:gd name="connsiteY7" fmla="*/ 607831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64498 w 1646750"/>
              <a:gd name="connsiteY7" fmla="*/ 615053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64498 w 1646750"/>
              <a:gd name="connsiteY7" fmla="*/ 615053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64498 w 1646750"/>
              <a:gd name="connsiteY7" fmla="*/ 615053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64498 w 1646750"/>
              <a:gd name="connsiteY7" fmla="*/ 615053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64498 w 1646750"/>
              <a:gd name="connsiteY7" fmla="*/ 615053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64498 w 1646750"/>
              <a:gd name="connsiteY7" fmla="*/ 615053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64498 w 1646750"/>
              <a:gd name="connsiteY7" fmla="*/ 615053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64498 w 1646750"/>
              <a:gd name="connsiteY7" fmla="*/ 615053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66993 w 1646750"/>
              <a:gd name="connsiteY7" fmla="*/ 606499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55198 w 1646750"/>
              <a:gd name="connsiteY7" fmla="*/ 602956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55198 w 1646750"/>
              <a:gd name="connsiteY7" fmla="*/ 602956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55198 w 1646750"/>
              <a:gd name="connsiteY7" fmla="*/ 602956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55198 w 1646750"/>
              <a:gd name="connsiteY7" fmla="*/ 602956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38812 w 1646750"/>
              <a:gd name="connsiteY7" fmla="*/ 614447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117128 w 1646750"/>
              <a:gd name="connsiteY6" fmla="*/ 423056 h 1766695"/>
              <a:gd name="connsiteX7" fmla="*/ 240513 w 1646750"/>
              <a:gd name="connsiteY7" fmla="*/ 610041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94242 w 1646750"/>
              <a:gd name="connsiteY6" fmla="*/ 362779 h 1766695"/>
              <a:gd name="connsiteX7" fmla="*/ 240513 w 1646750"/>
              <a:gd name="connsiteY7" fmla="*/ 610041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85482 w 1646750"/>
              <a:gd name="connsiteY6" fmla="*/ 307351 h 1766695"/>
              <a:gd name="connsiteX7" fmla="*/ 240513 w 1646750"/>
              <a:gd name="connsiteY7" fmla="*/ 610041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85482 w 1646750"/>
              <a:gd name="connsiteY6" fmla="*/ 307351 h 1766695"/>
              <a:gd name="connsiteX7" fmla="*/ 240513 w 1646750"/>
              <a:gd name="connsiteY7" fmla="*/ 610041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63829 w 1646750"/>
              <a:gd name="connsiteY6" fmla="*/ 303644 h 1766695"/>
              <a:gd name="connsiteX7" fmla="*/ 240513 w 1646750"/>
              <a:gd name="connsiteY7" fmla="*/ 610041 h 1766695"/>
              <a:gd name="connsiteX8" fmla="*/ 1253286 w 1646750"/>
              <a:gd name="connsiteY8" fmla="*/ 1163491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63829 w 1646750"/>
              <a:gd name="connsiteY6" fmla="*/ 303644 h 1766695"/>
              <a:gd name="connsiteX7" fmla="*/ 240513 w 1646750"/>
              <a:gd name="connsiteY7" fmla="*/ 610041 h 1766695"/>
              <a:gd name="connsiteX8" fmla="*/ 1408656 w 1646750"/>
              <a:gd name="connsiteY8" fmla="*/ 1293375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63829 w 1646750"/>
              <a:gd name="connsiteY6" fmla="*/ 303644 h 1766695"/>
              <a:gd name="connsiteX7" fmla="*/ 240513 w 1646750"/>
              <a:gd name="connsiteY7" fmla="*/ 610041 h 1766695"/>
              <a:gd name="connsiteX8" fmla="*/ 1408656 w 1646750"/>
              <a:gd name="connsiteY8" fmla="*/ 1293375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63829 w 1646750"/>
              <a:gd name="connsiteY6" fmla="*/ 303644 h 1766695"/>
              <a:gd name="connsiteX7" fmla="*/ 240513 w 1646750"/>
              <a:gd name="connsiteY7" fmla="*/ 610041 h 1766695"/>
              <a:gd name="connsiteX8" fmla="*/ 1408656 w 1646750"/>
              <a:gd name="connsiteY8" fmla="*/ 1293375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63829 w 1646750"/>
              <a:gd name="connsiteY6" fmla="*/ 303644 h 1766695"/>
              <a:gd name="connsiteX7" fmla="*/ 240513 w 1646750"/>
              <a:gd name="connsiteY7" fmla="*/ 610041 h 1766695"/>
              <a:gd name="connsiteX8" fmla="*/ 1408656 w 1646750"/>
              <a:gd name="connsiteY8" fmla="*/ 1293375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63829 w 1646750"/>
              <a:gd name="connsiteY6" fmla="*/ 303644 h 1766695"/>
              <a:gd name="connsiteX7" fmla="*/ 240513 w 1646750"/>
              <a:gd name="connsiteY7" fmla="*/ 610041 h 1766695"/>
              <a:gd name="connsiteX8" fmla="*/ 1408656 w 1646750"/>
              <a:gd name="connsiteY8" fmla="*/ 1293375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646750"/>
              <a:gd name="connsiteY0" fmla="*/ 1757667 h 1766695"/>
              <a:gd name="connsiteX1" fmla="*/ 249286 w 1646750"/>
              <a:gd name="connsiteY1" fmla="*/ 89196 h 1766695"/>
              <a:gd name="connsiteX2" fmla="*/ 213091 w 1646750"/>
              <a:gd name="connsiteY2" fmla="*/ 0 h 1766695"/>
              <a:gd name="connsiteX3" fmla="*/ 402346 w 1646750"/>
              <a:gd name="connsiteY3" fmla="*/ 122581 h 1766695"/>
              <a:gd name="connsiteX4" fmla="*/ 226426 w 1646750"/>
              <a:gd name="connsiteY4" fmla="*/ 273736 h 1766695"/>
              <a:gd name="connsiteX5" fmla="*/ 256906 w 1646750"/>
              <a:gd name="connsiteY5" fmla="*/ 169300 h 1766695"/>
              <a:gd name="connsiteX6" fmla="*/ 63829 w 1646750"/>
              <a:gd name="connsiteY6" fmla="*/ 303644 h 1766695"/>
              <a:gd name="connsiteX7" fmla="*/ 240513 w 1646750"/>
              <a:gd name="connsiteY7" fmla="*/ 610041 h 1766695"/>
              <a:gd name="connsiteX8" fmla="*/ 1408656 w 1646750"/>
              <a:gd name="connsiteY8" fmla="*/ 1293375 h 1766695"/>
              <a:gd name="connsiteX9" fmla="*/ 384481 w 1646750"/>
              <a:gd name="connsiteY9" fmla="*/ 772582 h 1766695"/>
              <a:gd name="connsiteX10" fmla="*/ 1646580 w 1646750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63829 w 1840046"/>
              <a:gd name="connsiteY6" fmla="*/ 303644 h 1766695"/>
              <a:gd name="connsiteX7" fmla="*/ 240513 w 1840046"/>
              <a:gd name="connsiteY7" fmla="*/ 610041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63829 w 1840046"/>
              <a:gd name="connsiteY6" fmla="*/ 303644 h 1766695"/>
              <a:gd name="connsiteX7" fmla="*/ 240513 w 1840046"/>
              <a:gd name="connsiteY7" fmla="*/ 610041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63829 w 1840046"/>
              <a:gd name="connsiteY6" fmla="*/ 303644 h 1766695"/>
              <a:gd name="connsiteX7" fmla="*/ 240513 w 1840046"/>
              <a:gd name="connsiteY7" fmla="*/ 610041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63829 w 1840046"/>
              <a:gd name="connsiteY6" fmla="*/ 303644 h 1766695"/>
              <a:gd name="connsiteX7" fmla="*/ 240513 w 1840046"/>
              <a:gd name="connsiteY7" fmla="*/ 610041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63829 w 1840046"/>
              <a:gd name="connsiteY6" fmla="*/ 303644 h 1766695"/>
              <a:gd name="connsiteX7" fmla="*/ 240513 w 1840046"/>
              <a:gd name="connsiteY7" fmla="*/ 610041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63829 w 1840046"/>
              <a:gd name="connsiteY6" fmla="*/ 303644 h 1766695"/>
              <a:gd name="connsiteX7" fmla="*/ 240513 w 1840046"/>
              <a:gd name="connsiteY7" fmla="*/ 610041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63829 w 1840046"/>
              <a:gd name="connsiteY6" fmla="*/ 303644 h 1766695"/>
              <a:gd name="connsiteX7" fmla="*/ 352022 w 1840046"/>
              <a:gd name="connsiteY7" fmla="*/ 578596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63829 w 1840046"/>
              <a:gd name="connsiteY6" fmla="*/ 303644 h 1766695"/>
              <a:gd name="connsiteX7" fmla="*/ 352022 w 1840046"/>
              <a:gd name="connsiteY7" fmla="*/ 578596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63829 w 1840046"/>
              <a:gd name="connsiteY6" fmla="*/ 303644 h 1766695"/>
              <a:gd name="connsiteX7" fmla="*/ 352022 w 1840046"/>
              <a:gd name="connsiteY7" fmla="*/ 578596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13425 w 1840046"/>
              <a:gd name="connsiteY6" fmla="*/ 368165 h 1766695"/>
              <a:gd name="connsiteX7" fmla="*/ 352022 w 1840046"/>
              <a:gd name="connsiteY7" fmla="*/ 578596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13425 w 1840046"/>
              <a:gd name="connsiteY6" fmla="*/ 368165 h 1766695"/>
              <a:gd name="connsiteX7" fmla="*/ 358858 w 1840046"/>
              <a:gd name="connsiteY7" fmla="*/ 602837 h 1766695"/>
              <a:gd name="connsiteX8" fmla="*/ 1840046 w 1840046"/>
              <a:gd name="connsiteY8" fmla="*/ 800128 h 1766695"/>
              <a:gd name="connsiteX9" fmla="*/ 384481 w 1840046"/>
              <a:gd name="connsiteY9" fmla="*/ 772582 h 1766695"/>
              <a:gd name="connsiteX10" fmla="*/ 1646580 w 1840046"/>
              <a:gd name="connsiteY10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13425 w 1840046"/>
              <a:gd name="connsiteY6" fmla="*/ 368165 h 1766695"/>
              <a:gd name="connsiteX7" fmla="*/ 1840046 w 1840046"/>
              <a:gd name="connsiteY7" fmla="*/ 800128 h 1766695"/>
              <a:gd name="connsiteX8" fmla="*/ 384481 w 1840046"/>
              <a:gd name="connsiteY8" fmla="*/ 772582 h 1766695"/>
              <a:gd name="connsiteX9" fmla="*/ 1646580 w 1840046"/>
              <a:gd name="connsiteY9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840046 w 1840046"/>
              <a:gd name="connsiteY6" fmla="*/ 800128 h 1766695"/>
              <a:gd name="connsiteX7" fmla="*/ 384481 w 1840046"/>
              <a:gd name="connsiteY7" fmla="*/ 772582 h 1766695"/>
              <a:gd name="connsiteX8" fmla="*/ 1646580 w 1840046"/>
              <a:gd name="connsiteY8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840046 w 1840046"/>
              <a:gd name="connsiteY6" fmla="*/ 800128 h 1766695"/>
              <a:gd name="connsiteX7" fmla="*/ 384481 w 1840046"/>
              <a:gd name="connsiteY7" fmla="*/ 772582 h 1766695"/>
              <a:gd name="connsiteX8" fmla="*/ 1646580 w 1840046"/>
              <a:gd name="connsiteY8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840046 w 1840046"/>
              <a:gd name="connsiteY6" fmla="*/ 800128 h 1766695"/>
              <a:gd name="connsiteX7" fmla="*/ 384481 w 1840046"/>
              <a:gd name="connsiteY7" fmla="*/ 772582 h 1766695"/>
              <a:gd name="connsiteX8" fmla="*/ 1646580 w 1840046"/>
              <a:gd name="connsiteY8" fmla="*/ 1757667 h 1766695"/>
              <a:gd name="connsiteX0" fmla="*/ 1702457 w 1895923"/>
              <a:gd name="connsiteY0" fmla="*/ 1757667 h 1766695"/>
              <a:gd name="connsiteX1" fmla="*/ 305163 w 1895923"/>
              <a:gd name="connsiteY1" fmla="*/ 89196 h 1766695"/>
              <a:gd name="connsiteX2" fmla="*/ 268968 w 1895923"/>
              <a:gd name="connsiteY2" fmla="*/ 0 h 1766695"/>
              <a:gd name="connsiteX3" fmla="*/ 458223 w 1895923"/>
              <a:gd name="connsiteY3" fmla="*/ 122581 h 1766695"/>
              <a:gd name="connsiteX4" fmla="*/ 282303 w 1895923"/>
              <a:gd name="connsiteY4" fmla="*/ 273736 h 1766695"/>
              <a:gd name="connsiteX5" fmla="*/ 312783 w 1895923"/>
              <a:gd name="connsiteY5" fmla="*/ 169300 h 1766695"/>
              <a:gd name="connsiteX6" fmla="*/ 1895923 w 1895923"/>
              <a:gd name="connsiteY6" fmla="*/ 800128 h 1766695"/>
              <a:gd name="connsiteX7" fmla="*/ 440358 w 1895923"/>
              <a:gd name="connsiteY7" fmla="*/ 772582 h 1766695"/>
              <a:gd name="connsiteX8" fmla="*/ 1702457 w 1895923"/>
              <a:gd name="connsiteY8" fmla="*/ 1757667 h 1766695"/>
              <a:gd name="connsiteX0" fmla="*/ 1656008 w 1849474"/>
              <a:gd name="connsiteY0" fmla="*/ 1757667 h 1766695"/>
              <a:gd name="connsiteX1" fmla="*/ 258714 w 1849474"/>
              <a:gd name="connsiteY1" fmla="*/ 89196 h 1766695"/>
              <a:gd name="connsiteX2" fmla="*/ 222519 w 1849474"/>
              <a:gd name="connsiteY2" fmla="*/ 0 h 1766695"/>
              <a:gd name="connsiteX3" fmla="*/ 411774 w 1849474"/>
              <a:gd name="connsiteY3" fmla="*/ 122581 h 1766695"/>
              <a:gd name="connsiteX4" fmla="*/ 235854 w 1849474"/>
              <a:gd name="connsiteY4" fmla="*/ 273736 h 1766695"/>
              <a:gd name="connsiteX5" fmla="*/ 266334 w 1849474"/>
              <a:gd name="connsiteY5" fmla="*/ 169300 h 1766695"/>
              <a:gd name="connsiteX6" fmla="*/ 1849474 w 1849474"/>
              <a:gd name="connsiteY6" fmla="*/ 800128 h 1766695"/>
              <a:gd name="connsiteX7" fmla="*/ 393909 w 1849474"/>
              <a:gd name="connsiteY7" fmla="*/ 772582 h 1766695"/>
              <a:gd name="connsiteX8" fmla="*/ 1656008 w 1849474"/>
              <a:gd name="connsiteY8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840046 w 1840046"/>
              <a:gd name="connsiteY6" fmla="*/ 800128 h 1766695"/>
              <a:gd name="connsiteX7" fmla="*/ 384481 w 1840046"/>
              <a:gd name="connsiteY7" fmla="*/ 772582 h 1766695"/>
              <a:gd name="connsiteX8" fmla="*/ 1646580 w 1840046"/>
              <a:gd name="connsiteY8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840046 w 1840046"/>
              <a:gd name="connsiteY6" fmla="*/ 800128 h 1766695"/>
              <a:gd name="connsiteX7" fmla="*/ 384481 w 1840046"/>
              <a:gd name="connsiteY7" fmla="*/ 772582 h 1766695"/>
              <a:gd name="connsiteX8" fmla="*/ 1646580 w 1840046"/>
              <a:gd name="connsiteY8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840046 w 1840046"/>
              <a:gd name="connsiteY6" fmla="*/ 800128 h 1766695"/>
              <a:gd name="connsiteX7" fmla="*/ 384481 w 1840046"/>
              <a:gd name="connsiteY7" fmla="*/ 772582 h 1766695"/>
              <a:gd name="connsiteX8" fmla="*/ 1646580 w 1840046"/>
              <a:gd name="connsiteY8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840046 w 1840046"/>
              <a:gd name="connsiteY6" fmla="*/ 800128 h 1766695"/>
              <a:gd name="connsiteX7" fmla="*/ 384481 w 1840046"/>
              <a:gd name="connsiteY7" fmla="*/ 772582 h 1766695"/>
              <a:gd name="connsiteX8" fmla="*/ 1646580 w 1840046"/>
              <a:gd name="connsiteY8" fmla="*/ 1757667 h 1766695"/>
              <a:gd name="connsiteX0" fmla="*/ 1646580 w 1840046"/>
              <a:gd name="connsiteY0" fmla="*/ 1757667 h 1766695"/>
              <a:gd name="connsiteX1" fmla="*/ 249286 w 1840046"/>
              <a:gd name="connsiteY1" fmla="*/ 89196 h 1766695"/>
              <a:gd name="connsiteX2" fmla="*/ 213091 w 1840046"/>
              <a:gd name="connsiteY2" fmla="*/ 0 h 1766695"/>
              <a:gd name="connsiteX3" fmla="*/ 402346 w 1840046"/>
              <a:gd name="connsiteY3" fmla="*/ 122581 h 1766695"/>
              <a:gd name="connsiteX4" fmla="*/ 226426 w 1840046"/>
              <a:gd name="connsiteY4" fmla="*/ 273736 h 1766695"/>
              <a:gd name="connsiteX5" fmla="*/ 256906 w 1840046"/>
              <a:gd name="connsiteY5" fmla="*/ 169300 h 1766695"/>
              <a:gd name="connsiteX6" fmla="*/ 1840046 w 1840046"/>
              <a:gd name="connsiteY6" fmla="*/ 800128 h 1766695"/>
              <a:gd name="connsiteX7" fmla="*/ 384481 w 1840046"/>
              <a:gd name="connsiteY7" fmla="*/ 772582 h 1766695"/>
              <a:gd name="connsiteX8" fmla="*/ 1646580 w 1840046"/>
              <a:gd name="connsiteY8" fmla="*/ 1757667 h 1766695"/>
              <a:gd name="connsiteX0" fmla="*/ 1646580 w 1840046"/>
              <a:gd name="connsiteY0" fmla="*/ 1757667 h 1766599"/>
              <a:gd name="connsiteX1" fmla="*/ 249286 w 1840046"/>
              <a:gd name="connsiteY1" fmla="*/ 89196 h 1766599"/>
              <a:gd name="connsiteX2" fmla="*/ 213091 w 1840046"/>
              <a:gd name="connsiteY2" fmla="*/ 0 h 1766599"/>
              <a:gd name="connsiteX3" fmla="*/ 402346 w 1840046"/>
              <a:gd name="connsiteY3" fmla="*/ 122581 h 1766599"/>
              <a:gd name="connsiteX4" fmla="*/ 226426 w 1840046"/>
              <a:gd name="connsiteY4" fmla="*/ 273736 h 1766599"/>
              <a:gd name="connsiteX5" fmla="*/ 256906 w 1840046"/>
              <a:gd name="connsiteY5" fmla="*/ 169300 h 1766599"/>
              <a:gd name="connsiteX6" fmla="*/ 1840046 w 1840046"/>
              <a:gd name="connsiteY6" fmla="*/ 800128 h 1766599"/>
              <a:gd name="connsiteX7" fmla="*/ 393339 w 1840046"/>
              <a:gd name="connsiteY7" fmla="*/ 762233 h 1766599"/>
              <a:gd name="connsiteX8" fmla="*/ 1646580 w 1840046"/>
              <a:gd name="connsiteY8" fmla="*/ 1757667 h 1766599"/>
              <a:gd name="connsiteX0" fmla="*/ 1646580 w 1840046"/>
              <a:gd name="connsiteY0" fmla="*/ 1757667 h 1757667"/>
              <a:gd name="connsiteX1" fmla="*/ 249286 w 1840046"/>
              <a:gd name="connsiteY1" fmla="*/ 89196 h 1757667"/>
              <a:gd name="connsiteX2" fmla="*/ 213091 w 1840046"/>
              <a:gd name="connsiteY2" fmla="*/ 0 h 1757667"/>
              <a:gd name="connsiteX3" fmla="*/ 402346 w 1840046"/>
              <a:gd name="connsiteY3" fmla="*/ 122581 h 1757667"/>
              <a:gd name="connsiteX4" fmla="*/ 226426 w 1840046"/>
              <a:gd name="connsiteY4" fmla="*/ 273736 h 1757667"/>
              <a:gd name="connsiteX5" fmla="*/ 256906 w 1840046"/>
              <a:gd name="connsiteY5" fmla="*/ 169300 h 1757667"/>
              <a:gd name="connsiteX6" fmla="*/ 1840046 w 1840046"/>
              <a:gd name="connsiteY6" fmla="*/ 800128 h 1757667"/>
              <a:gd name="connsiteX7" fmla="*/ 393339 w 1840046"/>
              <a:gd name="connsiteY7" fmla="*/ 762233 h 1757667"/>
              <a:gd name="connsiteX8" fmla="*/ 1646580 w 1840046"/>
              <a:gd name="connsiteY8" fmla="*/ 1757667 h 1757667"/>
              <a:gd name="connsiteX0" fmla="*/ 1646580 w 1840046"/>
              <a:gd name="connsiteY0" fmla="*/ 1757667 h 1757667"/>
              <a:gd name="connsiteX1" fmla="*/ 249286 w 1840046"/>
              <a:gd name="connsiteY1" fmla="*/ 89196 h 1757667"/>
              <a:gd name="connsiteX2" fmla="*/ 213091 w 1840046"/>
              <a:gd name="connsiteY2" fmla="*/ 0 h 1757667"/>
              <a:gd name="connsiteX3" fmla="*/ 402346 w 1840046"/>
              <a:gd name="connsiteY3" fmla="*/ 122581 h 1757667"/>
              <a:gd name="connsiteX4" fmla="*/ 226426 w 1840046"/>
              <a:gd name="connsiteY4" fmla="*/ 273736 h 1757667"/>
              <a:gd name="connsiteX5" fmla="*/ 256906 w 1840046"/>
              <a:gd name="connsiteY5" fmla="*/ 169300 h 1757667"/>
              <a:gd name="connsiteX6" fmla="*/ 1840046 w 1840046"/>
              <a:gd name="connsiteY6" fmla="*/ 800128 h 1757667"/>
              <a:gd name="connsiteX7" fmla="*/ 393339 w 1840046"/>
              <a:gd name="connsiteY7" fmla="*/ 762233 h 1757667"/>
              <a:gd name="connsiteX8" fmla="*/ 1646580 w 1840046"/>
              <a:gd name="connsiteY8" fmla="*/ 1757667 h 1757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0046" h="1757667">
                <a:moveTo>
                  <a:pt x="1646580" y="1757667"/>
                </a:moveTo>
                <a:cubicBezTo>
                  <a:pt x="-744501" y="290383"/>
                  <a:pt x="140468" y="112087"/>
                  <a:pt x="249286" y="89196"/>
                </a:cubicBezTo>
                <a:lnTo>
                  <a:pt x="213091" y="0"/>
                </a:lnTo>
                <a:lnTo>
                  <a:pt x="402346" y="122581"/>
                </a:lnTo>
                <a:lnTo>
                  <a:pt x="226426" y="273736"/>
                </a:lnTo>
                <a:cubicBezTo>
                  <a:pt x="236586" y="238924"/>
                  <a:pt x="225741" y="275785"/>
                  <a:pt x="256906" y="169300"/>
                </a:cubicBezTo>
                <a:cubicBezTo>
                  <a:pt x="50260" y="171322"/>
                  <a:pt x="-342604" y="788316"/>
                  <a:pt x="1840046" y="800128"/>
                </a:cubicBezTo>
                <a:cubicBezTo>
                  <a:pt x="261098" y="868057"/>
                  <a:pt x="230039" y="541605"/>
                  <a:pt x="393339" y="762233"/>
                </a:cubicBezTo>
                <a:cubicBezTo>
                  <a:pt x="592610" y="966011"/>
                  <a:pt x="633975" y="1013178"/>
                  <a:pt x="1646580" y="1757667"/>
                </a:cubicBezTo>
                <a:close/>
              </a:path>
            </a:pathLst>
          </a:custGeom>
          <a:solidFill>
            <a:srgbClr val="FD9B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箭头: 右 47">
            <a:extLst>
              <a:ext uri="{FF2B5EF4-FFF2-40B4-BE49-F238E27FC236}">
                <a16:creationId xmlns:a16="http://schemas.microsoft.com/office/drawing/2014/main" id="{21BE5D11-E32E-FD16-E63B-2A66BE315363}"/>
              </a:ext>
            </a:extLst>
          </p:cNvPr>
          <p:cNvSpPr/>
          <p:nvPr/>
        </p:nvSpPr>
        <p:spPr>
          <a:xfrm rot="15128425" flipH="1" flipV="1">
            <a:off x="4094694" y="3681866"/>
            <a:ext cx="926866" cy="501296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  <a:gd name="connsiteX0" fmla="*/ 0 w 905092"/>
              <a:gd name="connsiteY0" fmla="*/ 450483 h 450483"/>
              <a:gd name="connsiteX1" fmla="*/ 752032 w 905092"/>
              <a:gd name="connsiteY1" fmla="*/ 89196 h 450483"/>
              <a:gd name="connsiteX2" fmla="*/ 715837 w 905092"/>
              <a:gd name="connsiteY2" fmla="*/ 0 h 450483"/>
              <a:gd name="connsiteX3" fmla="*/ 905092 w 905092"/>
              <a:gd name="connsiteY3" fmla="*/ 122581 h 450483"/>
              <a:gd name="connsiteX4" fmla="*/ 729172 w 905092"/>
              <a:gd name="connsiteY4" fmla="*/ 273736 h 450483"/>
              <a:gd name="connsiteX5" fmla="*/ 759652 w 905092"/>
              <a:gd name="connsiteY5" fmla="*/ 169300 h 450483"/>
              <a:gd name="connsiteX6" fmla="*/ 0 w 905092"/>
              <a:gd name="connsiteY6" fmla="*/ 450483 h 45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5092" h="450483">
                <a:moveTo>
                  <a:pt x="0" y="450483"/>
                </a:moveTo>
                <a:cubicBezTo>
                  <a:pt x="356132" y="48182"/>
                  <a:pt x="643214" y="112087"/>
                  <a:pt x="752032" y="89196"/>
                </a:cubicBezTo>
                <a:lnTo>
                  <a:pt x="715837" y="0"/>
                </a:lnTo>
                <a:lnTo>
                  <a:pt x="905092" y="122581"/>
                </a:lnTo>
                <a:lnTo>
                  <a:pt x="729172" y="273736"/>
                </a:lnTo>
                <a:lnTo>
                  <a:pt x="759652" y="169300"/>
                </a:lnTo>
                <a:cubicBezTo>
                  <a:pt x="707984" y="159775"/>
                  <a:pt x="466664" y="126072"/>
                  <a:pt x="0" y="450483"/>
                </a:cubicBezTo>
                <a:close/>
              </a:path>
            </a:pathLst>
          </a:custGeom>
          <a:solidFill>
            <a:srgbClr val="FD9B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47">
            <a:extLst>
              <a:ext uri="{FF2B5EF4-FFF2-40B4-BE49-F238E27FC236}">
                <a16:creationId xmlns:a16="http://schemas.microsoft.com/office/drawing/2014/main" id="{5BC1D13A-E4ED-9B30-A14E-1DDF5F2B3CA9}"/>
              </a:ext>
            </a:extLst>
          </p:cNvPr>
          <p:cNvSpPr/>
          <p:nvPr/>
        </p:nvSpPr>
        <p:spPr>
          <a:xfrm rot="9498656" flipH="1">
            <a:off x="3327833" y="4839371"/>
            <a:ext cx="552546" cy="1356818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150813 w 260351"/>
              <a:gd name="connsiteY0" fmla="*/ 898884 h 898884"/>
              <a:gd name="connsiteX1" fmla="*/ 36195 w 260351"/>
              <a:gd name="connsiteY1" fmla="*/ 89196 h 898884"/>
              <a:gd name="connsiteX2" fmla="*/ 0 w 260351"/>
              <a:gd name="connsiteY2" fmla="*/ 0 h 898884"/>
              <a:gd name="connsiteX3" fmla="*/ 189255 w 260351"/>
              <a:gd name="connsiteY3" fmla="*/ 122581 h 898884"/>
              <a:gd name="connsiteX4" fmla="*/ 13335 w 260351"/>
              <a:gd name="connsiteY4" fmla="*/ 273736 h 898884"/>
              <a:gd name="connsiteX5" fmla="*/ 43815 w 260351"/>
              <a:gd name="connsiteY5" fmla="*/ 169300 h 898884"/>
              <a:gd name="connsiteX6" fmla="*/ 150813 w 260351"/>
              <a:gd name="connsiteY6" fmla="*/ 898884 h 898884"/>
              <a:gd name="connsiteX0" fmla="*/ 250848 w 360386"/>
              <a:gd name="connsiteY0" fmla="*/ 898884 h 898884"/>
              <a:gd name="connsiteX1" fmla="*/ 136230 w 360386"/>
              <a:gd name="connsiteY1" fmla="*/ 89196 h 898884"/>
              <a:gd name="connsiteX2" fmla="*/ 100035 w 360386"/>
              <a:gd name="connsiteY2" fmla="*/ 0 h 898884"/>
              <a:gd name="connsiteX3" fmla="*/ 289290 w 360386"/>
              <a:gd name="connsiteY3" fmla="*/ 122581 h 898884"/>
              <a:gd name="connsiteX4" fmla="*/ 113370 w 360386"/>
              <a:gd name="connsiteY4" fmla="*/ 273736 h 898884"/>
              <a:gd name="connsiteX5" fmla="*/ 143850 w 360386"/>
              <a:gd name="connsiteY5" fmla="*/ 169300 h 898884"/>
              <a:gd name="connsiteX6" fmla="*/ 250848 w 360386"/>
              <a:gd name="connsiteY6" fmla="*/ 898884 h 898884"/>
              <a:gd name="connsiteX0" fmla="*/ 250848 w 289290"/>
              <a:gd name="connsiteY0" fmla="*/ 898884 h 898884"/>
              <a:gd name="connsiteX1" fmla="*/ 136230 w 289290"/>
              <a:gd name="connsiteY1" fmla="*/ 89196 h 898884"/>
              <a:gd name="connsiteX2" fmla="*/ 100035 w 289290"/>
              <a:gd name="connsiteY2" fmla="*/ 0 h 898884"/>
              <a:gd name="connsiteX3" fmla="*/ 289290 w 289290"/>
              <a:gd name="connsiteY3" fmla="*/ 122581 h 898884"/>
              <a:gd name="connsiteX4" fmla="*/ 113370 w 289290"/>
              <a:gd name="connsiteY4" fmla="*/ 273736 h 898884"/>
              <a:gd name="connsiteX5" fmla="*/ 143850 w 289290"/>
              <a:gd name="connsiteY5" fmla="*/ 169300 h 898884"/>
              <a:gd name="connsiteX6" fmla="*/ 250848 w 289290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40725 w 379167"/>
              <a:gd name="connsiteY0" fmla="*/ 898884 h 898884"/>
              <a:gd name="connsiteX1" fmla="*/ 226107 w 379167"/>
              <a:gd name="connsiteY1" fmla="*/ 89196 h 898884"/>
              <a:gd name="connsiteX2" fmla="*/ 189912 w 379167"/>
              <a:gd name="connsiteY2" fmla="*/ 0 h 898884"/>
              <a:gd name="connsiteX3" fmla="*/ 379167 w 379167"/>
              <a:gd name="connsiteY3" fmla="*/ 122581 h 898884"/>
              <a:gd name="connsiteX4" fmla="*/ 203247 w 379167"/>
              <a:gd name="connsiteY4" fmla="*/ 273736 h 898884"/>
              <a:gd name="connsiteX5" fmla="*/ 233727 w 379167"/>
              <a:gd name="connsiteY5" fmla="*/ 169300 h 898884"/>
              <a:gd name="connsiteX6" fmla="*/ 340725 w 379167"/>
              <a:gd name="connsiteY6" fmla="*/ 898884 h 898884"/>
              <a:gd name="connsiteX0" fmla="*/ 383744 w 422186"/>
              <a:gd name="connsiteY0" fmla="*/ 898884 h 898884"/>
              <a:gd name="connsiteX1" fmla="*/ 269126 w 422186"/>
              <a:gd name="connsiteY1" fmla="*/ 89196 h 898884"/>
              <a:gd name="connsiteX2" fmla="*/ 232931 w 422186"/>
              <a:gd name="connsiteY2" fmla="*/ 0 h 898884"/>
              <a:gd name="connsiteX3" fmla="*/ 422186 w 422186"/>
              <a:gd name="connsiteY3" fmla="*/ 122581 h 898884"/>
              <a:gd name="connsiteX4" fmla="*/ 246266 w 422186"/>
              <a:gd name="connsiteY4" fmla="*/ 273736 h 898884"/>
              <a:gd name="connsiteX5" fmla="*/ 276746 w 422186"/>
              <a:gd name="connsiteY5" fmla="*/ 169300 h 898884"/>
              <a:gd name="connsiteX6" fmla="*/ 383744 w 422186"/>
              <a:gd name="connsiteY6" fmla="*/ 898884 h 898884"/>
              <a:gd name="connsiteX0" fmla="*/ 383744 w 422186"/>
              <a:gd name="connsiteY0" fmla="*/ 898884 h 898884"/>
              <a:gd name="connsiteX1" fmla="*/ 269126 w 422186"/>
              <a:gd name="connsiteY1" fmla="*/ 89196 h 898884"/>
              <a:gd name="connsiteX2" fmla="*/ 232931 w 422186"/>
              <a:gd name="connsiteY2" fmla="*/ 0 h 898884"/>
              <a:gd name="connsiteX3" fmla="*/ 422186 w 422186"/>
              <a:gd name="connsiteY3" fmla="*/ 122581 h 898884"/>
              <a:gd name="connsiteX4" fmla="*/ 246266 w 422186"/>
              <a:gd name="connsiteY4" fmla="*/ 273736 h 898884"/>
              <a:gd name="connsiteX5" fmla="*/ 276746 w 422186"/>
              <a:gd name="connsiteY5" fmla="*/ 169300 h 898884"/>
              <a:gd name="connsiteX6" fmla="*/ 383744 w 422186"/>
              <a:gd name="connsiteY6" fmla="*/ 898884 h 898884"/>
              <a:gd name="connsiteX0" fmla="*/ 422202 w 422202"/>
              <a:gd name="connsiteY0" fmla="*/ 1076339 h 1076339"/>
              <a:gd name="connsiteX1" fmla="*/ 208545 w 422202"/>
              <a:gd name="connsiteY1" fmla="*/ 89196 h 1076339"/>
              <a:gd name="connsiteX2" fmla="*/ 172350 w 422202"/>
              <a:gd name="connsiteY2" fmla="*/ 0 h 1076339"/>
              <a:gd name="connsiteX3" fmla="*/ 361605 w 422202"/>
              <a:gd name="connsiteY3" fmla="*/ 122581 h 1076339"/>
              <a:gd name="connsiteX4" fmla="*/ 185685 w 422202"/>
              <a:gd name="connsiteY4" fmla="*/ 273736 h 1076339"/>
              <a:gd name="connsiteX5" fmla="*/ 216165 w 422202"/>
              <a:gd name="connsiteY5" fmla="*/ 169300 h 1076339"/>
              <a:gd name="connsiteX6" fmla="*/ 422202 w 422202"/>
              <a:gd name="connsiteY6" fmla="*/ 1076339 h 1076339"/>
              <a:gd name="connsiteX0" fmla="*/ 422202 w 422202"/>
              <a:gd name="connsiteY0" fmla="*/ 1076339 h 1076339"/>
              <a:gd name="connsiteX1" fmla="*/ 208545 w 422202"/>
              <a:gd name="connsiteY1" fmla="*/ 89196 h 1076339"/>
              <a:gd name="connsiteX2" fmla="*/ 172350 w 422202"/>
              <a:gd name="connsiteY2" fmla="*/ 0 h 1076339"/>
              <a:gd name="connsiteX3" fmla="*/ 361605 w 422202"/>
              <a:gd name="connsiteY3" fmla="*/ 122581 h 1076339"/>
              <a:gd name="connsiteX4" fmla="*/ 185685 w 422202"/>
              <a:gd name="connsiteY4" fmla="*/ 273736 h 1076339"/>
              <a:gd name="connsiteX5" fmla="*/ 216165 w 422202"/>
              <a:gd name="connsiteY5" fmla="*/ 169300 h 1076339"/>
              <a:gd name="connsiteX6" fmla="*/ 422202 w 422202"/>
              <a:gd name="connsiteY6" fmla="*/ 1076339 h 1076339"/>
              <a:gd name="connsiteX0" fmla="*/ 438324 w 438324"/>
              <a:gd name="connsiteY0" fmla="*/ 1076339 h 1076339"/>
              <a:gd name="connsiteX1" fmla="*/ 224667 w 438324"/>
              <a:gd name="connsiteY1" fmla="*/ 89196 h 1076339"/>
              <a:gd name="connsiteX2" fmla="*/ 188472 w 438324"/>
              <a:gd name="connsiteY2" fmla="*/ 0 h 1076339"/>
              <a:gd name="connsiteX3" fmla="*/ 377727 w 438324"/>
              <a:gd name="connsiteY3" fmla="*/ 122581 h 1076339"/>
              <a:gd name="connsiteX4" fmla="*/ 201807 w 438324"/>
              <a:gd name="connsiteY4" fmla="*/ 273736 h 1076339"/>
              <a:gd name="connsiteX5" fmla="*/ 232287 w 438324"/>
              <a:gd name="connsiteY5" fmla="*/ 169300 h 1076339"/>
              <a:gd name="connsiteX6" fmla="*/ 438324 w 438324"/>
              <a:gd name="connsiteY6" fmla="*/ 1076339 h 107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324" h="1076339">
                <a:moveTo>
                  <a:pt x="438324" y="1076339"/>
                </a:moveTo>
                <a:cubicBezTo>
                  <a:pt x="-323207" y="257529"/>
                  <a:pt x="115849" y="112087"/>
                  <a:pt x="224667" y="89196"/>
                </a:cubicBezTo>
                <a:lnTo>
                  <a:pt x="188472" y="0"/>
                </a:lnTo>
                <a:lnTo>
                  <a:pt x="377727" y="122581"/>
                </a:lnTo>
                <a:lnTo>
                  <a:pt x="201807" y="273736"/>
                </a:lnTo>
                <a:lnTo>
                  <a:pt x="232287" y="169300"/>
                </a:lnTo>
                <a:cubicBezTo>
                  <a:pt x="180619" y="159775"/>
                  <a:pt x="-250686" y="241274"/>
                  <a:pt x="438324" y="1076339"/>
                </a:cubicBezTo>
                <a:close/>
              </a:path>
            </a:pathLst>
          </a:custGeom>
          <a:solidFill>
            <a:srgbClr val="D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554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8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苏糖 来</dc:creator>
  <cp:lastModifiedBy>苏糖 来</cp:lastModifiedBy>
  <cp:revision>2</cp:revision>
  <dcterms:created xsi:type="dcterms:W3CDTF">2025-11-06T02:06:03Z</dcterms:created>
  <dcterms:modified xsi:type="dcterms:W3CDTF">2025-11-07T17:10:13Z</dcterms:modified>
</cp:coreProperties>
</file>