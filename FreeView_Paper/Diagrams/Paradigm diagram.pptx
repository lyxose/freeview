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979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400" d="100"/>
          <a:sy n="400" d="100"/>
        </p:scale>
        <p:origin x="-11481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C1E3A0-6EBD-DA71-28C9-1473F823D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7F4DF75-E982-6B49-BE06-49EB4E3529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6804CE-4F8A-4941-262C-E876161CC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8443-A1E5-44A2-A660-E13A8B3B6EF7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293BE2-37AD-BCA3-EA22-6A259E0C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FC26A8-5CD6-E1E7-99C3-4CB617805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BCC1-F13F-41EA-9F5F-38D4ED5B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146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5664FD-5C55-1871-E740-EB629D542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DB1F46-2F80-F444-D546-0D9EFFA53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38EE36-EBD7-570A-8AF8-851BDA75C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8443-A1E5-44A2-A660-E13A8B3B6EF7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6C274E-CFF9-58F1-98B2-AEC226654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120FD5-E5F7-707B-4D13-F2FB450F5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BCC1-F13F-41EA-9F5F-38D4ED5B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23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9039C2-5D27-A5D5-9D06-71169E59B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E8EB6C-2708-64AC-C743-0FFBCB411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40B45D-E618-86E3-F9A2-0E37391EC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8443-A1E5-44A2-A660-E13A8B3B6EF7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ADB3BD-8A9F-3851-0A87-E8049499A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53D2C4-BB5F-BE33-3CD0-AC301616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BCC1-F13F-41EA-9F5F-38D4ED5B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340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9699B-4057-7B3F-11AE-D35794F5A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8008AA-DBE1-57DE-507C-4ED50499B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BDFBB4-1EBE-6A02-F83F-DC46A19D4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126D50-1ED3-3E32-55D5-172B0BF4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8443-A1E5-44A2-A660-E13A8B3B6EF7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9FE5EA-8FC8-1EA6-FCC9-4EF5478C6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68DF58-DD63-D311-DEEC-7B6B5D52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BCC1-F13F-41EA-9F5F-38D4ED5B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85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95C7B3-C938-8C38-A593-CFC93FC46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38699E-867C-5FF2-BC59-50837B985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B3D2AC-DF11-0DA2-759D-3C6D42E67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6DB3D6-EC98-530C-C3C0-FF72C3AD1C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CFAEDD-58FD-F520-14E8-DB0A8C6F5F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418641C-6C42-9D81-1139-1F619E261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8443-A1E5-44A2-A660-E13A8B3B6EF7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24B27E-5FE4-1A9E-9B4E-B832FC51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171E38-8E1D-027C-4D10-A564C5226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BCC1-F13F-41EA-9F5F-38D4ED5B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752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8B0A1C-E405-5513-D6D8-D80AC570D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2EF45D-4144-55CB-09A7-9510793E9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8443-A1E5-44A2-A660-E13A8B3B6EF7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39935D6-0F3C-3468-A6A9-7AE0F0899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6637E2-A082-06EF-A87A-6DCB9D98E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BCC1-F13F-41EA-9F5F-38D4ED5B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850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9AB572-DD8F-7231-9D2E-134F28647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8443-A1E5-44A2-A660-E13A8B3B6EF7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03322E-C5E8-E538-BD83-552F3A8C6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973A60-5E74-D46A-15A0-E5756A887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BCC1-F13F-41EA-9F5F-38D4ED5B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561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1C8F1-797A-A0B7-0235-14F8F65BE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C6C260-9283-B919-8107-E40DC367C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1487E2-8C4E-8ACB-0973-419F40969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635FC6-58AF-3B29-A50E-312ACCA64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8443-A1E5-44A2-A660-E13A8B3B6EF7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9B9A98-B019-7563-330C-C137C0DA7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4B2B69-7DB5-E05F-7F60-CB23BE1C1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BCC1-F13F-41EA-9F5F-38D4ED5B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093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ECD0C5-87DB-7C03-2329-1C39E47D8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F79E5C5-615D-542B-6D76-DD28C6D119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600BA4-DE43-5FF3-87CB-C73C8D659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43937E-D0AD-9065-401E-8A6B3CE8B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8443-A1E5-44A2-A660-E13A8B3B6EF7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E3A110-F19F-A071-21FB-49F38979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3E921B-DD03-B092-0773-47A118666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BCC1-F13F-41EA-9F5F-38D4ED5B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842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6074E-BA3A-84E0-4253-A5763D6D4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5734881-69FF-2D61-488F-3A1E31D15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44C184-E7AC-86B3-05CD-E6DBE5330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8443-A1E5-44A2-A660-E13A8B3B6EF7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C62EFE-DDF0-5994-08AE-A03A6E65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1A05EE-778A-B042-B556-CDEA353E3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BCC1-F13F-41EA-9F5F-38D4ED5B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227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AA4F9C6-AA47-32ED-B571-89C50E45A6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93D195-7AAE-26A0-CA6F-3A46789F0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109F48-0C18-4266-5BE9-45778DEB7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8443-A1E5-44A2-A660-E13A8B3B6EF7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D50FAB-76C2-BF8A-715B-E69D9C31D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2FF36F-31A0-D866-D69B-0C6A440C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BCC1-F13F-41EA-9F5F-38D4ED5B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049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C4CC6D-3AD2-BEC6-D6FC-D8AADD3F9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B5828D-A984-EF25-9402-712D189A5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F6C012-70C0-5BDA-F58E-78E29A977C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2B8443-A1E5-44A2-A660-E13A8B3B6EF7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DAC6AB-DB68-5C9C-B47A-7A6ACDD023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99A950-C1E2-9C17-3E33-6C9300F217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7BCC1-F13F-41EA-9F5F-38D4ED5B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17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3AD33AE-A568-BF82-9D7E-8AFD0C9B134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t="10665" r="27841" b="10665"/>
          <a:stretch>
            <a:fillRect/>
          </a:stretch>
        </p:blipFill>
        <p:spPr>
          <a:xfrm>
            <a:off x="4816828" y="1681992"/>
            <a:ext cx="3816707" cy="3820621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04988DA-A4BF-B96D-330E-0FD55EE9FF1B}"/>
              </a:ext>
            </a:extLst>
          </p:cNvPr>
          <p:cNvSpPr txBox="1"/>
          <p:nvPr/>
        </p:nvSpPr>
        <p:spPr>
          <a:xfrm>
            <a:off x="3680057" y="5829796"/>
            <a:ext cx="5771045" cy="435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Adapted from: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Najemnik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, 2005, Nature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 descr="卡通人物&#10;&#10;AI 生成的内容可能不正确。">
            <a:extLst>
              <a:ext uri="{FF2B5EF4-FFF2-40B4-BE49-F238E27FC236}">
                <a16:creationId xmlns:a16="http://schemas.microsoft.com/office/drawing/2014/main" id="{20C9D95E-BC03-A336-F0E8-F44762F1811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0" t="28313" r="35747" b="27259"/>
          <a:stretch>
            <a:fillRect/>
          </a:stretch>
        </p:blipFill>
        <p:spPr>
          <a:xfrm>
            <a:off x="7312539" y="2819472"/>
            <a:ext cx="183048" cy="177653"/>
          </a:xfrm>
          <a:prstGeom prst="ellipse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3AAFD4E-F114-D6EB-EEC0-0BD9C09DAB9D}"/>
              </a:ext>
            </a:extLst>
          </p:cNvPr>
          <p:cNvCxnSpPr>
            <a:cxnSpLocks/>
          </p:cNvCxnSpPr>
          <p:nvPr/>
        </p:nvCxnSpPr>
        <p:spPr>
          <a:xfrm flipH="1">
            <a:off x="7868004" y="1681991"/>
            <a:ext cx="389309" cy="802891"/>
          </a:xfrm>
          <a:prstGeom prst="straightConnector1">
            <a:avLst/>
          </a:prstGeom>
          <a:ln w="38100">
            <a:solidFill>
              <a:srgbClr val="FF524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A5E4B96-8BE0-2D20-9144-C8B563BA2791}"/>
              </a:ext>
            </a:extLst>
          </p:cNvPr>
          <p:cNvSpPr txBox="1"/>
          <p:nvPr/>
        </p:nvSpPr>
        <p:spPr>
          <a:xfrm>
            <a:off x="6622264" y="1166155"/>
            <a:ext cx="3034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Invisible task space</a:t>
            </a:r>
            <a:endParaRPr lang="zh-CN" alt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E4C3DEF-D659-CDF2-95D2-08C4E8C895E0}"/>
              </a:ext>
            </a:extLst>
          </p:cNvPr>
          <p:cNvGrpSpPr/>
          <p:nvPr/>
        </p:nvGrpSpPr>
        <p:grpSpPr>
          <a:xfrm>
            <a:off x="4515601" y="1681993"/>
            <a:ext cx="2194452" cy="3809183"/>
            <a:chOff x="2941320" y="2373630"/>
            <a:chExt cx="2609850" cy="3230880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2DD9972B-789D-3E5E-747D-E5E73A0E01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1320" y="2373630"/>
              <a:ext cx="26098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3C62790F-B72C-70B1-7257-56C84859DC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1320" y="5604510"/>
              <a:ext cx="26098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1EF226E-61E3-CB8C-A242-E269BB826BBD}"/>
                </a:ext>
              </a:extLst>
            </p:cNvPr>
            <p:cNvCxnSpPr/>
            <p:nvPr/>
          </p:nvCxnSpPr>
          <p:spPr>
            <a:xfrm>
              <a:off x="3078480" y="2373630"/>
              <a:ext cx="0" cy="32194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BCB84497-67F0-262B-E0ED-47918EC88A74}"/>
              </a:ext>
            </a:extLst>
          </p:cNvPr>
          <p:cNvSpPr txBox="1"/>
          <p:nvPr/>
        </p:nvSpPr>
        <p:spPr>
          <a:xfrm rot="16200000">
            <a:off x="2866207" y="3339905"/>
            <a:ext cx="3089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15°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BF426EB-8BCA-8EB3-FD23-D08B69E5D1B8}"/>
              </a:ext>
            </a:extLst>
          </p:cNvPr>
          <p:cNvGrpSpPr/>
          <p:nvPr/>
        </p:nvGrpSpPr>
        <p:grpSpPr>
          <a:xfrm>
            <a:off x="6286971" y="2115465"/>
            <a:ext cx="254918" cy="524435"/>
            <a:chOff x="1848454" y="2373630"/>
            <a:chExt cx="3702716" cy="3230880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12C9E160-092C-F373-1548-859AB370F9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8454" y="2373630"/>
              <a:ext cx="370271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F28E6EA5-B380-F9DD-3BB4-0FCD2C4F4C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8454" y="5604510"/>
              <a:ext cx="370271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61566A3B-924B-31FE-F09F-E59A992CECDF}"/>
                </a:ext>
              </a:extLst>
            </p:cNvPr>
            <p:cNvCxnSpPr/>
            <p:nvPr/>
          </p:nvCxnSpPr>
          <p:spPr>
            <a:xfrm>
              <a:off x="3078480" y="2373630"/>
              <a:ext cx="0" cy="32194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BC765465-C9A9-20A9-D36C-0799BBC113F5}"/>
              </a:ext>
            </a:extLst>
          </p:cNvPr>
          <p:cNvSpPr txBox="1"/>
          <p:nvPr/>
        </p:nvSpPr>
        <p:spPr>
          <a:xfrm rot="16200000">
            <a:off x="5816106" y="2112230"/>
            <a:ext cx="71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2°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A0FE286-483A-B9E2-BCBE-5C230E4CD92D}"/>
              </a:ext>
            </a:extLst>
          </p:cNvPr>
          <p:cNvGrpSpPr/>
          <p:nvPr/>
        </p:nvGrpSpPr>
        <p:grpSpPr>
          <a:xfrm>
            <a:off x="6286971" y="3117728"/>
            <a:ext cx="254918" cy="970186"/>
            <a:chOff x="1848454" y="2373630"/>
            <a:chExt cx="3702716" cy="3230880"/>
          </a:xfrm>
        </p:grpSpPr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8CA8AFE5-CF89-8D33-A963-1258ACF78B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8454" y="2373630"/>
              <a:ext cx="370271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7C4606AA-E277-214A-802A-6774331A70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8454" y="5604510"/>
              <a:ext cx="370271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E18CE0E6-040B-C646-9DD2-1B1F9AD149C4}"/>
                </a:ext>
              </a:extLst>
            </p:cNvPr>
            <p:cNvCxnSpPr/>
            <p:nvPr/>
          </p:nvCxnSpPr>
          <p:spPr>
            <a:xfrm>
              <a:off x="3078480" y="2373630"/>
              <a:ext cx="0" cy="32194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BF31A2B8-9AA2-DA5D-9D4F-17AF43968247}"/>
              </a:ext>
            </a:extLst>
          </p:cNvPr>
          <p:cNvSpPr txBox="1"/>
          <p:nvPr/>
        </p:nvSpPr>
        <p:spPr>
          <a:xfrm rot="16200000">
            <a:off x="5795891" y="3370273"/>
            <a:ext cx="71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4°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F85EB6F-31CD-1039-7BBF-F6C8419237AE}"/>
              </a:ext>
            </a:extLst>
          </p:cNvPr>
          <p:cNvGrpSpPr/>
          <p:nvPr/>
        </p:nvGrpSpPr>
        <p:grpSpPr>
          <a:xfrm>
            <a:off x="7127801" y="2800682"/>
            <a:ext cx="254918" cy="196444"/>
            <a:chOff x="1848454" y="2356949"/>
            <a:chExt cx="3702716" cy="3247561"/>
          </a:xfrm>
        </p:grpSpPr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F41D868B-F558-E7B9-99FB-2AA5378764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8454" y="2356949"/>
              <a:ext cx="370271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B6F6E3DA-1622-C3DE-6752-1BCB13653D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8454" y="5604510"/>
              <a:ext cx="370271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3396FBBD-7D14-6624-7478-3D2869ABB961}"/>
                </a:ext>
              </a:extLst>
            </p:cNvPr>
            <p:cNvCxnSpPr>
              <a:cxnSpLocks/>
            </p:cNvCxnSpPr>
            <p:nvPr/>
          </p:nvCxnSpPr>
          <p:spPr>
            <a:xfrm>
              <a:off x="3078480" y="2373630"/>
              <a:ext cx="0" cy="32194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1A6AEADB-226B-7E75-DFB4-9A362A51383F}"/>
              </a:ext>
            </a:extLst>
          </p:cNvPr>
          <p:cNvSpPr txBox="1"/>
          <p:nvPr/>
        </p:nvSpPr>
        <p:spPr>
          <a:xfrm rot="16200000">
            <a:off x="6636174" y="2625208"/>
            <a:ext cx="727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1/3°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2C1C74F-E0BB-457E-29AC-91B077A842E1}"/>
              </a:ext>
            </a:extLst>
          </p:cNvPr>
          <p:cNvSpPr txBox="1"/>
          <p:nvPr/>
        </p:nvSpPr>
        <p:spPr>
          <a:xfrm>
            <a:off x="8261712" y="1695821"/>
            <a:ext cx="3034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Trial-by-trial randomized 1/f noise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1C72FE8-34ED-BA24-4E02-D4DEFEA46A24}"/>
              </a:ext>
            </a:extLst>
          </p:cNvPr>
          <p:cNvCxnSpPr>
            <a:cxnSpLocks/>
          </p:cNvCxnSpPr>
          <p:nvPr/>
        </p:nvCxnSpPr>
        <p:spPr>
          <a:xfrm flipH="1">
            <a:off x="7964714" y="2373629"/>
            <a:ext cx="668821" cy="6309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6F6F41F-A9CA-90E7-D2A3-8F0571AB747C}"/>
              </a:ext>
            </a:extLst>
          </p:cNvPr>
          <p:cNvSpPr/>
          <p:nvPr/>
        </p:nvSpPr>
        <p:spPr>
          <a:xfrm>
            <a:off x="2073495" y="1297165"/>
            <a:ext cx="2262894" cy="1362065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19D47957-242D-AB3B-96C1-FCAF5498C1CE}"/>
              </a:ext>
            </a:extLst>
          </p:cNvPr>
          <p:cNvSpPr/>
          <p:nvPr/>
        </p:nvSpPr>
        <p:spPr>
          <a:xfrm>
            <a:off x="1685975" y="2150877"/>
            <a:ext cx="2262894" cy="1362065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FD363FCD-BCA6-A0B9-25BB-C85A05306AFE}"/>
              </a:ext>
            </a:extLst>
          </p:cNvPr>
          <p:cNvSpPr/>
          <p:nvPr/>
        </p:nvSpPr>
        <p:spPr>
          <a:xfrm>
            <a:off x="1298455" y="3004589"/>
            <a:ext cx="2262894" cy="1362065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75344D2F-F8E8-7F54-6A77-1BB7E61C6CBB}"/>
              </a:ext>
            </a:extLst>
          </p:cNvPr>
          <p:cNvSpPr/>
          <p:nvPr/>
        </p:nvSpPr>
        <p:spPr>
          <a:xfrm>
            <a:off x="2413574" y="3558988"/>
            <a:ext cx="403848" cy="40384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1299CF8E-4BB0-751B-446F-BC3E43133B98}"/>
              </a:ext>
            </a:extLst>
          </p:cNvPr>
          <p:cNvSpPr/>
          <p:nvPr/>
        </p:nvSpPr>
        <p:spPr>
          <a:xfrm>
            <a:off x="910935" y="3858301"/>
            <a:ext cx="2262894" cy="1362065"/>
          </a:xfrm>
          <a:prstGeom prst="roundRect">
            <a:avLst/>
          </a:prstGeom>
          <a:solidFill>
            <a:srgbClr val="80808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C8F984B8-2B57-B714-307D-76048C4691CE}"/>
              </a:ext>
            </a:extLst>
          </p:cNvPr>
          <p:cNvSpPr/>
          <p:nvPr/>
        </p:nvSpPr>
        <p:spPr>
          <a:xfrm>
            <a:off x="523415" y="4712014"/>
            <a:ext cx="2262894" cy="1362065"/>
          </a:xfrm>
          <a:prstGeom prst="roundRect">
            <a:avLst/>
          </a:prstGeom>
          <a:solidFill>
            <a:srgbClr val="80808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A2BE7D35-9E27-E5AB-F4AE-57F833CED7A4}"/>
              </a:ext>
            </a:extLst>
          </p:cNvPr>
          <p:cNvSpPr/>
          <p:nvPr/>
        </p:nvSpPr>
        <p:spPr>
          <a:xfrm>
            <a:off x="1585661" y="5323845"/>
            <a:ext cx="138401" cy="13840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4363A360-D4A1-FFCC-15EF-9E88008A0540}"/>
              </a:ext>
            </a:extLst>
          </p:cNvPr>
          <p:cNvSpPr/>
          <p:nvPr/>
        </p:nvSpPr>
        <p:spPr>
          <a:xfrm>
            <a:off x="1956173" y="4953894"/>
            <a:ext cx="403848" cy="40384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6FD60981-5689-744C-C031-006D2EFE2689}"/>
              </a:ext>
            </a:extLst>
          </p:cNvPr>
          <p:cNvSpPr/>
          <p:nvPr/>
        </p:nvSpPr>
        <p:spPr>
          <a:xfrm>
            <a:off x="1973182" y="4470133"/>
            <a:ext cx="138401" cy="13840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58729517-8C55-B61D-B445-72B3E9CA8A48}"/>
              </a:ext>
            </a:extLst>
          </p:cNvPr>
          <p:cNvSpPr/>
          <p:nvPr/>
        </p:nvSpPr>
        <p:spPr>
          <a:xfrm>
            <a:off x="1840458" y="4337412"/>
            <a:ext cx="403848" cy="40384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 descr="卡通人物&#10;&#10;AI 生成的内容可能不正确。">
            <a:extLst>
              <a:ext uri="{FF2B5EF4-FFF2-40B4-BE49-F238E27FC236}">
                <a16:creationId xmlns:a16="http://schemas.microsoft.com/office/drawing/2014/main" id="{31EA7EC9-3B84-239A-8D3C-830F5299364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0" t="28313" r="35747" b="27259"/>
          <a:stretch>
            <a:fillRect/>
          </a:stretch>
        </p:blipFill>
        <p:spPr>
          <a:xfrm>
            <a:off x="2208287" y="3486529"/>
            <a:ext cx="108052" cy="104866"/>
          </a:xfrm>
          <a:prstGeom prst="ellipse">
            <a:avLst/>
          </a:prstGeom>
        </p:spPr>
      </p:pic>
      <p:pic>
        <p:nvPicPr>
          <p:cNvPr id="48" name="图片 47" descr="卡通人物&#10;&#10;AI 生成的内容可能不正确。">
            <a:extLst>
              <a:ext uri="{FF2B5EF4-FFF2-40B4-BE49-F238E27FC236}">
                <a16:creationId xmlns:a16="http://schemas.microsoft.com/office/drawing/2014/main" id="{A68DFB29-8730-8E74-13B9-E359A5264F6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0" t="28313" r="35747" b="27259"/>
          <a:stretch>
            <a:fillRect/>
          </a:stretch>
        </p:blipFill>
        <p:spPr>
          <a:xfrm>
            <a:off x="2599023" y="2630997"/>
            <a:ext cx="108052" cy="104866"/>
          </a:xfrm>
          <a:prstGeom prst="ellipse">
            <a:avLst/>
          </a:prstGeom>
        </p:spPr>
      </p:pic>
      <p:sp>
        <p:nvSpPr>
          <p:cNvPr id="49" name="椭圆 48">
            <a:extLst>
              <a:ext uri="{FF2B5EF4-FFF2-40B4-BE49-F238E27FC236}">
                <a16:creationId xmlns:a16="http://schemas.microsoft.com/office/drawing/2014/main" id="{898419B3-1A4A-87C5-8784-DC6299DCA892}"/>
              </a:ext>
            </a:extLst>
          </p:cNvPr>
          <p:cNvSpPr/>
          <p:nvPr/>
        </p:nvSpPr>
        <p:spPr>
          <a:xfrm>
            <a:off x="2455360" y="2524565"/>
            <a:ext cx="403848" cy="40384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" name="图片 50" descr="卡通人物&#10;&#10;AI 生成的内容可能不正确。">
            <a:extLst>
              <a:ext uri="{FF2B5EF4-FFF2-40B4-BE49-F238E27FC236}">
                <a16:creationId xmlns:a16="http://schemas.microsoft.com/office/drawing/2014/main" id="{FC16DDF0-7B6C-5243-9D51-E6FB424BB57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0" t="28313" r="35747" b="27259"/>
          <a:stretch>
            <a:fillRect/>
          </a:stretch>
        </p:blipFill>
        <p:spPr>
          <a:xfrm>
            <a:off x="2983327" y="1779219"/>
            <a:ext cx="108052" cy="104866"/>
          </a:xfrm>
          <a:prstGeom prst="ellipse">
            <a:avLst/>
          </a:prstGeom>
        </p:spPr>
      </p:pic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D18785E9-E668-63DD-EAA0-0F424BADAEBF}"/>
              </a:ext>
            </a:extLst>
          </p:cNvPr>
          <p:cNvSpPr/>
          <p:nvPr/>
        </p:nvSpPr>
        <p:spPr>
          <a:xfrm>
            <a:off x="1245228" y="2371621"/>
            <a:ext cx="356195" cy="307998"/>
          </a:xfrm>
          <a:prstGeom prst="round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6964D332-4518-7025-F4E8-C768F032AECA}"/>
              </a:ext>
            </a:extLst>
          </p:cNvPr>
          <p:cNvSpPr/>
          <p:nvPr/>
        </p:nvSpPr>
        <p:spPr>
          <a:xfrm>
            <a:off x="2988733" y="1832759"/>
            <a:ext cx="102646" cy="10264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5" name="内容占位符 3">
            <a:extLst>
              <a:ext uri="{FF2B5EF4-FFF2-40B4-BE49-F238E27FC236}">
                <a16:creationId xmlns:a16="http://schemas.microsoft.com/office/drawing/2014/main" id="{EF68DB1E-2206-63A1-3303-51F6CDF28B27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30" t="14415" r="27930" b="14415"/>
          <a:stretch>
            <a:fillRect/>
          </a:stretch>
        </p:blipFill>
        <p:spPr>
          <a:xfrm rot="20158372">
            <a:off x="8610336" y="4312204"/>
            <a:ext cx="1844621" cy="1846513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9" name="内容占位符 3">
            <a:extLst>
              <a:ext uri="{FF2B5EF4-FFF2-40B4-BE49-F238E27FC236}">
                <a16:creationId xmlns:a16="http://schemas.microsoft.com/office/drawing/2014/main" id="{601ABF08-B374-9DED-15A4-D87F0FF4F00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t="10665" r="27841" b="10665"/>
          <a:stretch>
            <a:fillRect/>
          </a:stretch>
        </p:blipFill>
        <p:spPr>
          <a:xfrm rot="20158372">
            <a:off x="9131495" y="2248337"/>
            <a:ext cx="1844621" cy="1846513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57083E67-723B-1B1A-65DE-23CF55401BB5}"/>
              </a:ext>
            </a:extLst>
          </p:cNvPr>
          <p:cNvSpPr txBox="1"/>
          <p:nvPr/>
        </p:nvSpPr>
        <p:spPr>
          <a:xfrm>
            <a:off x="3239007" y="4801077"/>
            <a:ext cx="12866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Fixed position (invisible)</a:t>
            </a:r>
            <a:endParaRPr lang="zh-CN" altLang="en-US" sz="2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7EE3431-F926-2A9F-0728-C150C7110453}"/>
              </a:ext>
            </a:extLst>
          </p:cNvPr>
          <p:cNvSpPr txBox="1"/>
          <p:nvPr/>
        </p:nvSpPr>
        <p:spPr>
          <a:xfrm>
            <a:off x="10532311" y="3858301"/>
            <a:ext cx="672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v1b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DD6AD7C5-55EC-4D58-18A4-35CFCFBEE35B}"/>
              </a:ext>
            </a:extLst>
          </p:cNvPr>
          <p:cNvSpPr txBox="1"/>
          <p:nvPr/>
        </p:nvSpPr>
        <p:spPr>
          <a:xfrm>
            <a:off x="7703294" y="5174930"/>
            <a:ext cx="672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v1a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BE27939-21CA-3E3B-5A4C-868A3F23A977}"/>
              </a:ext>
            </a:extLst>
          </p:cNvPr>
          <p:cNvSpPr txBox="1"/>
          <p:nvPr/>
        </p:nvSpPr>
        <p:spPr>
          <a:xfrm>
            <a:off x="10196073" y="5803292"/>
            <a:ext cx="672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v2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F0BD6BE6-3283-44C5-513D-8E55E26E69C5}"/>
              </a:ext>
            </a:extLst>
          </p:cNvPr>
          <p:cNvCxnSpPr>
            <a:cxnSpLocks/>
          </p:cNvCxnSpPr>
          <p:nvPr/>
        </p:nvCxnSpPr>
        <p:spPr>
          <a:xfrm>
            <a:off x="1840458" y="1891498"/>
            <a:ext cx="1107062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FF323B7C-B68C-6A3B-2797-DDF34BC06F94}"/>
              </a:ext>
            </a:extLst>
          </p:cNvPr>
          <p:cNvSpPr txBox="1"/>
          <p:nvPr/>
        </p:nvSpPr>
        <p:spPr>
          <a:xfrm>
            <a:off x="576874" y="1477709"/>
            <a:ext cx="1286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Correct feedback</a:t>
            </a:r>
            <a:endParaRPr lang="zh-CN" altLang="en-US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B6B56810-47E2-22D6-B37D-32EFE846151C}"/>
              </a:ext>
            </a:extLst>
          </p:cNvPr>
          <p:cNvSpPr txBox="1"/>
          <p:nvPr/>
        </p:nvSpPr>
        <p:spPr>
          <a:xfrm>
            <a:off x="177338" y="2346126"/>
            <a:ext cx="1102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Press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F7A9C85B-7F07-E34F-06A5-DEF65CABF05E}"/>
              </a:ext>
            </a:extLst>
          </p:cNvPr>
          <p:cNvCxnSpPr>
            <a:cxnSpLocks/>
          </p:cNvCxnSpPr>
          <p:nvPr/>
        </p:nvCxnSpPr>
        <p:spPr>
          <a:xfrm flipV="1">
            <a:off x="2736271" y="2241572"/>
            <a:ext cx="1813170" cy="40402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A097C1B1-D326-557F-BC40-FC046061467F}"/>
              </a:ext>
            </a:extLst>
          </p:cNvPr>
          <p:cNvCxnSpPr>
            <a:cxnSpLocks/>
            <a:endCxn id="39" idx="6"/>
          </p:cNvCxnSpPr>
          <p:nvPr/>
        </p:nvCxnSpPr>
        <p:spPr>
          <a:xfrm flipH="1">
            <a:off x="2360021" y="5155815"/>
            <a:ext cx="999705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圆: 空心 87">
            <a:extLst>
              <a:ext uri="{FF2B5EF4-FFF2-40B4-BE49-F238E27FC236}">
                <a16:creationId xmlns:a16="http://schemas.microsoft.com/office/drawing/2014/main" id="{97329680-1D96-BE65-F0C9-6271C6D62107}"/>
              </a:ext>
            </a:extLst>
          </p:cNvPr>
          <p:cNvSpPr/>
          <p:nvPr/>
        </p:nvSpPr>
        <p:spPr>
          <a:xfrm>
            <a:off x="8723881" y="4427148"/>
            <a:ext cx="1617420" cy="1617420"/>
          </a:xfrm>
          <a:prstGeom prst="donut">
            <a:avLst>
              <a:gd name="adj" fmla="val 35102"/>
            </a:avLst>
          </a:prstGeom>
          <a:solidFill>
            <a:srgbClr val="C0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2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37</Words>
  <Application>Microsoft Office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等线</vt:lpstr>
      <vt:lpstr>等线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苏糖 来</dc:creator>
  <cp:lastModifiedBy>苏糖 来</cp:lastModifiedBy>
  <cp:revision>3</cp:revision>
  <dcterms:created xsi:type="dcterms:W3CDTF">2025-11-21T05:15:11Z</dcterms:created>
  <dcterms:modified xsi:type="dcterms:W3CDTF">2026-02-04T18:08:46Z</dcterms:modified>
</cp:coreProperties>
</file>